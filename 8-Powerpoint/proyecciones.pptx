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50" r:id="rId2"/>
  </p:sldMasterIdLst>
  <p:notesMasterIdLst>
    <p:notesMasterId r:id="rId10"/>
  </p:notesMasterIdLst>
  <p:sldIdLst>
    <p:sldId id="256" r:id="rId3"/>
    <p:sldId id="275" r:id="rId4"/>
    <p:sldId id="276" r:id="rId5"/>
    <p:sldId id="277" r:id="rId6"/>
    <p:sldId id="278" r:id="rId7"/>
    <p:sldId id="279" r:id="rId8"/>
    <p:sldId id="280" r:id="rId9"/>
  </p:sldIdLst>
  <p:sldSz cx="9144000" cy="6858000" type="screen4x3"/>
  <p:notesSz cx="6797675" cy="985678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5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6" roundtripDataSignature="AMtx7mhDt7m2h4pe28oSqI4s1K3LCFNR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125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105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5.xml"/><Relationship Id="rId46" Type="http://customschemas.google.com/relationships/presentationmetadata" Target="metadata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9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48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6400" cy="492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49688" y="0"/>
            <a:ext cx="2946400" cy="492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935038" y="739775"/>
            <a:ext cx="4927600" cy="3695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9450" y="4681538"/>
            <a:ext cx="5438775" cy="4435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361488"/>
            <a:ext cx="2946400" cy="49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49688" y="9361488"/>
            <a:ext cx="2946400" cy="49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:notes"/>
          <p:cNvSpPr txBox="1">
            <a:spLocks noGrp="1"/>
          </p:cNvSpPr>
          <p:nvPr>
            <p:ph type="body" idx="1"/>
          </p:nvPr>
        </p:nvSpPr>
        <p:spPr>
          <a:xfrm>
            <a:off x="679450" y="4681538"/>
            <a:ext cx="5438775" cy="44354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35038" y="739775"/>
            <a:ext cx="4927600" cy="3695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35038" y="739775"/>
            <a:ext cx="4927600" cy="3695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94" name="Google Shape;294;p20:notes"/>
          <p:cNvSpPr txBox="1">
            <a:spLocks noGrp="1"/>
          </p:cNvSpPr>
          <p:nvPr>
            <p:ph type="body" idx="1"/>
          </p:nvPr>
        </p:nvSpPr>
        <p:spPr>
          <a:xfrm>
            <a:off x="679450" y="4681538"/>
            <a:ext cx="5438775" cy="4435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20:notes"/>
          <p:cNvSpPr txBox="1">
            <a:spLocks noGrp="1"/>
          </p:cNvSpPr>
          <p:nvPr>
            <p:ph type="sldNum" idx="12"/>
          </p:nvPr>
        </p:nvSpPr>
        <p:spPr>
          <a:xfrm>
            <a:off x="3849688" y="9361488"/>
            <a:ext cx="2946400" cy="49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35038" y="739775"/>
            <a:ext cx="4927600" cy="3695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07" name="Google Shape;307;p21:notes"/>
          <p:cNvSpPr txBox="1">
            <a:spLocks noGrp="1"/>
          </p:cNvSpPr>
          <p:nvPr>
            <p:ph type="body" idx="1"/>
          </p:nvPr>
        </p:nvSpPr>
        <p:spPr>
          <a:xfrm>
            <a:off x="679450" y="4681538"/>
            <a:ext cx="5438775" cy="4435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21:notes"/>
          <p:cNvSpPr txBox="1">
            <a:spLocks noGrp="1"/>
          </p:cNvSpPr>
          <p:nvPr>
            <p:ph type="sldNum" idx="12"/>
          </p:nvPr>
        </p:nvSpPr>
        <p:spPr>
          <a:xfrm>
            <a:off x="3849688" y="9361488"/>
            <a:ext cx="2946400" cy="49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2:notes"/>
          <p:cNvSpPr txBox="1">
            <a:spLocks noGrp="1"/>
          </p:cNvSpPr>
          <p:nvPr>
            <p:ph type="body" idx="1"/>
          </p:nvPr>
        </p:nvSpPr>
        <p:spPr>
          <a:xfrm>
            <a:off x="679450" y="4681538"/>
            <a:ext cx="5438775" cy="44354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35038" y="739775"/>
            <a:ext cx="4927600" cy="3695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35038" y="739775"/>
            <a:ext cx="4927600" cy="3695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23" name="Google Shape;323;p23:notes"/>
          <p:cNvSpPr txBox="1">
            <a:spLocks noGrp="1"/>
          </p:cNvSpPr>
          <p:nvPr>
            <p:ph type="body" idx="1"/>
          </p:nvPr>
        </p:nvSpPr>
        <p:spPr>
          <a:xfrm>
            <a:off x="679450" y="4681538"/>
            <a:ext cx="5438775" cy="4435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23:notes"/>
          <p:cNvSpPr txBox="1">
            <a:spLocks noGrp="1"/>
          </p:cNvSpPr>
          <p:nvPr>
            <p:ph type="sldNum" idx="12"/>
          </p:nvPr>
        </p:nvSpPr>
        <p:spPr>
          <a:xfrm>
            <a:off x="3849688" y="9361488"/>
            <a:ext cx="2946400" cy="49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35038" y="739775"/>
            <a:ext cx="4927600" cy="3695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32" name="Google Shape;332;p24:notes"/>
          <p:cNvSpPr txBox="1">
            <a:spLocks noGrp="1"/>
          </p:cNvSpPr>
          <p:nvPr>
            <p:ph type="body" idx="1"/>
          </p:nvPr>
        </p:nvSpPr>
        <p:spPr>
          <a:xfrm>
            <a:off x="679450" y="4681538"/>
            <a:ext cx="5438775" cy="4435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24:notes"/>
          <p:cNvSpPr txBox="1">
            <a:spLocks noGrp="1"/>
          </p:cNvSpPr>
          <p:nvPr>
            <p:ph type="sldNum" idx="12"/>
          </p:nvPr>
        </p:nvSpPr>
        <p:spPr>
          <a:xfrm>
            <a:off x="3849688" y="9361488"/>
            <a:ext cx="2946400" cy="49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5:notes"/>
          <p:cNvSpPr txBox="1">
            <a:spLocks noGrp="1"/>
          </p:cNvSpPr>
          <p:nvPr>
            <p:ph type="body" idx="1"/>
          </p:nvPr>
        </p:nvSpPr>
        <p:spPr>
          <a:xfrm>
            <a:off x="679450" y="4681538"/>
            <a:ext cx="5438775" cy="44354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35038" y="739775"/>
            <a:ext cx="4927600" cy="3695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apositiva de título" type="title">
  <p:cSld name="TITLE">
    <p:bg>
      <p:bgPr>
        <a:solidFill>
          <a:schemeClr val="dk2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3"/>
          <p:cNvSpPr/>
          <p:nvPr/>
        </p:nvSpPr>
        <p:spPr>
          <a:xfrm>
            <a:off x="0" y="5970588"/>
            <a:ext cx="9144000" cy="8874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43"/>
          <p:cNvSpPr/>
          <p:nvPr/>
        </p:nvSpPr>
        <p:spPr>
          <a:xfrm>
            <a:off x="-9525" y="6053138"/>
            <a:ext cx="2249488" cy="7127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43"/>
          <p:cNvSpPr/>
          <p:nvPr/>
        </p:nvSpPr>
        <p:spPr>
          <a:xfrm>
            <a:off x="2359025" y="6043613"/>
            <a:ext cx="6784975" cy="7143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43"/>
          <p:cNvSpPr txBox="1"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3"/>
          <p:cNvSpPr txBox="1"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700"/>
              </a:spcBef>
              <a:spcAft>
                <a:spcPts val="0"/>
              </a:spcAft>
              <a:buSzPts val="1560"/>
              <a:buNone/>
              <a:defRPr sz="2600">
                <a:solidFill>
                  <a:srgbClr val="FFFFFF"/>
                </a:solidFill>
              </a:defRPr>
            </a:lvl1pPr>
            <a:lvl2pPr lvl="1" algn="ctr">
              <a:spcBef>
                <a:spcPts val="550"/>
              </a:spcBef>
              <a:spcAft>
                <a:spcPts val="0"/>
              </a:spcAft>
              <a:buSzPts val="1260"/>
              <a:buNone/>
              <a:defRPr/>
            </a:lvl2pPr>
            <a:lvl3pPr lvl="2" algn="ctr">
              <a:spcBef>
                <a:spcPts val="500"/>
              </a:spcBef>
              <a:spcAft>
                <a:spcPts val="0"/>
              </a:spcAft>
              <a:buSzPts val="1350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SzPts val="1350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SzPts val="1170"/>
              <a:buNone/>
              <a:defRPr/>
            </a:lvl5pPr>
            <a:lvl6pPr lvl="5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3"/>
          <p:cNvSpPr txBox="1">
            <a:spLocks noGrp="1"/>
          </p:cNvSpPr>
          <p:nvPr>
            <p:ph type="dt" idx="10"/>
          </p:nvPr>
        </p:nvSpPr>
        <p:spPr>
          <a:xfrm>
            <a:off x="76200" y="6069013"/>
            <a:ext cx="2057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000"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3"/>
          <p:cNvSpPr txBox="1">
            <a:spLocks noGrp="1"/>
          </p:cNvSpPr>
          <p:nvPr>
            <p:ph type="ftr" idx="11"/>
          </p:nvPr>
        </p:nvSpPr>
        <p:spPr>
          <a:xfrm>
            <a:off x="2085975" y="236538"/>
            <a:ext cx="586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3"/>
          <p:cNvSpPr txBox="1">
            <a:spLocks noGrp="1"/>
          </p:cNvSpPr>
          <p:nvPr>
            <p:ph type="sldNum" idx="12"/>
          </p:nvPr>
        </p:nvSpPr>
        <p:spPr>
          <a:xfrm>
            <a:off x="8001000" y="228600"/>
            <a:ext cx="838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marR="0" lvl="0" indent="0" algn="ctr">
              <a:spcBef>
                <a:spcPts val="0"/>
              </a:spcBef>
              <a:spcAft>
                <a:spcPts val="0"/>
              </a:spcAft>
              <a:buNone/>
              <a:defRPr sz="1400" b="1" i="0" u="none" strike="noStrike" cap="non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ctr">
              <a:spcBef>
                <a:spcPts val="0"/>
              </a:spcBef>
              <a:spcAft>
                <a:spcPts val="0"/>
              </a:spcAft>
              <a:buNone/>
              <a:defRPr sz="1400" b="1" i="0" u="none" strike="noStrike" cap="non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ctr">
              <a:spcBef>
                <a:spcPts val="0"/>
              </a:spcBef>
              <a:spcAft>
                <a:spcPts val="0"/>
              </a:spcAft>
              <a:buNone/>
              <a:defRPr sz="1400" b="1" i="0" u="none" strike="noStrike" cap="non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ctr">
              <a:spcBef>
                <a:spcPts val="0"/>
              </a:spcBef>
              <a:spcAft>
                <a:spcPts val="0"/>
              </a:spcAft>
              <a:buNone/>
              <a:defRPr sz="1400" b="1" i="0" u="none" strike="noStrike" cap="non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ctr">
              <a:spcBef>
                <a:spcPts val="0"/>
              </a:spcBef>
              <a:spcAft>
                <a:spcPts val="0"/>
              </a:spcAft>
              <a:buNone/>
              <a:defRPr sz="1400" b="1" i="0" u="none" strike="noStrike" cap="non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ctr">
              <a:spcBef>
                <a:spcPts val="0"/>
              </a:spcBef>
              <a:spcAft>
                <a:spcPts val="0"/>
              </a:spcAft>
              <a:buNone/>
              <a:defRPr sz="1400" b="1" i="0" u="none" strike="noStrike" cap="non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ctr">
              <a:spcBef>
                <a:spcPts val="0"/>
              </a:spcBef>
              <a:spcAft>
                <a:spcPts val="0"/>
              </a:spcAft>
              <a:buNone/>
              <a:defRPr sz="1400" b="1" i="0" u="none" strike="noStrike" cap="non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ctr">
              <a:spcBef>
                <a:spcPts val="0"/>
              </a:spcBef>
              <a:spcAft>
                <a:spcPts val="0"/>
              </a:spcAft>
              <a:buNone/>
              <a:defRPr sz="1400" b="1" i="0" u="none" strike="noStrike" cap="non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ctr">
              <a:spcBef>
                <a:spcPts val="0"/>
              </a:spcBef>
              <a:spcAft>
                <a:spcPts val="0"/>
              </a:spcAft>
              <a:buNone/>
              <a:defRPr sz="1400" b="1" i="0" u="none" strike="noStrike" cap="non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4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4"/>
          <p:cNvSpPr txBox="1">
            <a:spLocks noGrp="1"/>
          </p:cNvSpPr>
          <p:nvPr>
            <p:ph type="body" idx="1"/>
          </p:nvPr>
        </p:nvSpPr>
        <p:spPr>
          <a:xfrm>
            <a:off x="609600" y="1589567"/>
            <a:ext cx="38862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>
              <a:spcBef>
                <a:spcPts val="700"/>
              </a:spcBef>
              <a:spcAft>
                <a:spcPts val="0"/>
              </a:spcAft>
              <a:buSzPts val="1080"/>
              <a:buChar char="◻"/>
              <a:defRPr/>
            </a:lvl1pPr>
            <a:lvl2pPr marL="914400" lvl="1" indent="-308610" algn="l">
              <a:spcBef>
                <a:spcPts val="550"/>
              </a:spcBef>
              <a:spcAft>
                <a:spcPts val="0"/>
              </a:spcAft>
              <a:buSzPts val="1260"/>
              <a:buChar char="🞑"/>
              <a:defRPr/>
            </a:lvl2pPr>
            <a:lvl3pPr marL="1371600" lvl="2" indent="-314325" algn="l">
              <a:spcBef>
                <a:spcPts val="500"/>
              </a:spcBef>
              <a:spcAft>
                <a:spcPts val="0"/>
              </a:spcAft>
              <a:buSzPts val="1350"/>
              <a:buChar char="■"/>
              <a:defRPr/>
            </a:lvl3pPr>
            <a:lvl4pPr marL="1828800" lvl="3" indent="-314325" algn="l">
              <a:spcBef>
                <a:spcPts val="400"/>
              </a:spcBef>
              <a:spcAft>
                <a:spcPts val="0"/>
              </a:spcAft>
              <a:buSzPts val="1350"/>
              <a:buChar char="■"/>
              <a:defRPr/>
            </a:lvl4pPr>
            <a:lvl5pPr marL="2286000" lvl="4" indent="-302895" algn="l">
              <a:spcBef>
                <a:spcPts val="400"/>
              </a:spcBef>
              <a:spcAft>
                <a:spcPts val="0"/>
              </a:spcAft>
              <a:buSzPts val="1170"/>
              <a:buChar char="■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39" name="Google Shape;39;p44"/>
          <p:cNvSpPr txBox="1">
            <a:spLocks noGrp="1"/>
          </p:cNvSpPr>
          <p:nvPr>
            <p:ph type="body" idx="2"/>
          </p:nvPr>
        </p:nvSpPr>
        <p:spPr>
          <a:xfrm>
            <a:off x="4844901" y="1589567"/>
            <a:ext cx="38862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>
              <a:spcBef>
                <a:spcPts val="700"/>
              </a:spcBef>
              <a:spcAft>
                <a:spcPts val="0"/>
              </a:spcAft>
              <a:buSzPts val="1080"/>
              <a:buChar char="◻"/>
              <a:defRPr/>
            </a:lvl1pPr>
            <a:lvl2pPr marL="914400" lvl="1" indent="-308610" algn="l">
              <a:spcBef>
                <a:spcPts val="550"/>
              </a:spcBef>
              <a:spcAft>
                <a:spcPts val="0"/>
              </a:spcAft>
              <a:buSzPts val="1260"/>
              <a:buChar char="🞑"/>
              <a:defRPr/>
            </a:lvl2pPr>
            <a:lvl3pPr marL="1371600" lvl="2" indent="-314325" algn="l">
              <a:spcBef>
                <a:spcPts val="500"/>
              </a:spcBef>
              <a:spcAft>
                <a:spcPts val="0"/>
              </a:spcAft>
              <a:buSzPts val="1350"/>
              <a:buChar char="■"/>
              <a:defRPr/>
            </a:lvl3pPr>
            <a:lvl4pPr marL="1828800" lvl="3" indent="-314325" algn="l">
              <a:spcBef>
                <a:spcPts val="400"/>
              </a:spcBef>
              <a:spcAft>
                <a:spcPts val="0"/>
              </a:spcAft>
              <a:buSzPts val="1350"/>
              <a:buChar char="■"/>
              <a:defRPr/>
            </a:lvl4pPr>
            <a:lvl5pPr marL="2286000" lvl="4" indent="-302895" algn="l">
              <a:spcBef>
                <a:spcPts val="400"/>
              </a:spcBef>
              <a:spcAft>
                <a:spcPts val="0"/>
              </a:spcAft>
              <a:buSzPts val="1170"/>
              <a:buChar char="■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40" name="Google Shape;40;p44"/>
          <p:cNvSpPr txBox="1">
            <a:spLocks noGrp="1"/>
          </p:cNvSpPr>
          <p:nvPr>
            <p:ph type="dt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44"/>
          <p:cNvSpPr txBox="1">
            <a:spLocks noGrp="1"/>
          </p:cNvSpPr>
          <p:nvPr>
            <p:ph type="sldNum" idx="12"/>
          </p:nvPr>
        </p:nvSpPr>
        <p:spPr>
          <a:xfrm>
            <a:off x="0" y="1271588"/>
            <a:ext cx="5334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marR="0" lvl="0" indent="0" algn="ctr">
              <a:spcBef>
                <a:spcPts val="0"/>
              </a:spcBef>
              <a:spcAft>
                <a:spcPts val="0"/>
              </a:spcAft>
              <a:buNone/>
              <a:defRPr sz="1400" b="1" i="0" u="none" strike="noStrike" cap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ctr">
              <a:spcBef>
                <a:spcPts val="0"/>
              </a:spcBef>
              <a:spcAft>
                <a:spcPts val="0"/>
              </a:spcAft>
              <a:buNone/>
              <a:defRPr sz="1400" b="1" i="0" u="none" strike="noStrike" cap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ctr">
              <a:spcBef>
                <a:spcPts val="0"/>
              </a:spcBef>
              <a:spcAft>
                <a:spcPts val="0"/>
              </a:spcAft>
              <a:buNone/>
              <a:defRPr sz="1400" b="1" i="0" u="none" strike="noStrike" cap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ctr">
              <a:spcBef>
                <a:spcPts val="0"/>
              </a:spcBef>
              <a:spcAft>
                <a:spcPts val="0"/>
              </a:spcAft>
              <a:buNone/>
              <a:defRPr sz="1400" b="1" i="0" u="none" strike="noStrike" cap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ctr">
              <a:spcBef>
                <a:spcPts val="0"/>
              </a:spcBef>
              <a:spcAft>
                <a:spcPts val="0"/>
              </a:spcAft>
              <a:buNone/>
              <a:defRPr sz="1400" b="1" i="0" u="none" strike="noStrike" cap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ctr">
              <a:spcBef>
                <a:spcPts val="0"/>
              </a:spcBef>
              <a:spcAft>
                <a:spcPts val="0"/>
              </a:spcAft>
              <a:buNone/>
              <a:defRPr sz="1400" b="1" i="0" u="none" strike="noStrike" cap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ctr">
              <a:spcBef>
                <a:spcPts val="0"/>
              </a:spcBef>
              <a:spcAft>
                <a:spcPts val="0"/>
              </a:spcAft>
              <a:buNone/>
              <a:defRPr sz="1400" b="1" i="0" u="none" strike="noStrike" cap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ctr">
              <a:spcBef>
                <a:spcPts val="0"/>
              </a:spcBef>
              <a:spcAft>
                <a:spcPts val="0"/>
              </a:spcAft>
              <a:buNone/>
              <a:defRPr sz="1400" b="1" i="0" u="none" strike="noStrike" cap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ctr">
              <a:spcBef>
                <a:spcPts val="0"/>
              </a:spcBef>
              <a:spcAft>
                <a:spcPts val="0"/>
              </a:spcAft>
              <a:buNone/>
              <a:defRPr sz="1400" b="1" i="0" u="none" strike="noStrike" cap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42" name="Google Shape;42;p44"/>
          <p:cNvSpPr txBox="1">
            <a:spLocks noGrp="1"/>
          </p:cNvSpPr>
          <p:nvPr>
            <p:ph type="ftr" idx="11"/>
          </p:nvPr>
        </p:nvSpPr>
        <p:spPr>
          <a:xfrm>
            <a:off x="609600" y="6248400"/>
            <a:ext cx="54213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apositiva de título" type="title">
  <p:cSld name="TITLE">
    <p:bg>
      <p:bgPr>
        <a:solidFill>
          <a:schemeClr val="dk2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2"/>
          <p:cNvSpPr/>
          <p:nvPr/>
        </p:nvSpPr>
        <p:spPr>
          <a:xfrm>
            <a:off x="0" y="5970588"/>
            <a:ext cx="9144000" cy="8874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42"/>
          <p:cNvSpPr/>
          <p:nvPr/>
        </p:nvSpPr>
        <p:spPr>
          <a:xfrm>
            <a:off x="-9525" y="6053138"/>
            <a:ext cx="2249488" cy="7127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42"/>
          <p:cNvSpPr/>
          <p:nvPr/>
        </p:nvSpPr>
        <p:spPr>
          <a:xfrm>
            <a:off x="2359025" y="6043613"/>
            <a:ext cx="6784975" cy="7143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42"/>
          <p:cNvSpPr txBox="1"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42"/>
          <p:cNvSpPr txBox="1"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700"/>
              </a:spcBef>
              <a:spcAft>
                <a:spcPts val="0"/>
              </a:spcAft>
              <a:buSzPts val="1560"/>
              <a:buNone/>
              <a:defRPr sz="2600">
                <a:solidFill>
                  <a:srgbClr val="FFFFFF"/>
                </a:solidFill>
              </a:defRPr>
            </a:lvl1pPr>
            <a:lvl2pPr lvl="1" algn="ctr">
              <a:spcBef>
                <a:spcPts val="550"/>
              </a:spcBef>
              <a:spcAft>
                <a:spcPts val="0"/>
              </a:spcAft>
              <a:buSzPts val="1260"/>
              <a:buNone/>
              <a:defRPr/>
            </a:lvl2pPr>
            <a:lvl3pPr lvl="2" algn="ctr">
              <a:spcBef>
                <a:spcPts val="500"/>
              </a:spcBef>
              <a:spcAft>
                <a:spcPts val="0"/>
              </a:spcAft>
              <a:buSzPts val="1350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SzPts val="1350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SzPts val="1170"/>
              <a:buNone/>
              <a:defRPr/>
            </a:lvl5pPr>
            <a:lvl6pPr lvl="5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42"/>
          <p:cNvSpPr txBox="1">
            <a:spLocks noGrp="1"/>
          </p:cNvSpPr>
          <p:nvPr>
            <p:ph type="dt" idx="10"/>
          </p:nvPr>
        </p:nvSpPr>
        <p:spPr>
          <a:xfrm>
            <a:off x="76200" y="6069013"/>
            <a:ext cx="2057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000"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42"/>
          <p:cNvSpPr txBox="1">
            <a:spLocks noGrp="1"/>
          </p:cNvSpPr>
          <p:nvPr>
            <p:ph type="ftr" idx="11"/>
          </p:nvPr>
        </p:nvSpPr>
        <p:spPr>
          <a:xfrm>
            <a:off x="2085975" y="236538"/>
            <a:ext cx="586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42"/>
          <p:cNvSpPr txBox="1">
            <a:spLocks noGrp="1"/>
          </p:cNvSpPr>
          <p:nvPr>
            <p:ph type="sldNum" idx="12"/>
          </p:nvPr>
        </p:nvSpPr>
        <p:spPr>
          <a:xfrm>
            <a:off x="8001000" y="228600"/>
            <a:ext cx="838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marR="0" lvl="0" indent="0" algn="ctr">
              <a:spcBef>
                <a:spcPts val="0"/>
              </a:spcBef>
              <a:spcAft>
                <a:spcPts val="0"/>
              </a:spcAft>
              <a:buNone/>
              <a:defRPr sz="1400" b="1" i="0" u="none" strike="noStrike" cap="non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ctr">
              <a:spcBef>
                <a:spcPts val="0"/>
              </a:spcBef>
              <a:spcAft>
                <a:spcPts val="0"/>
              </a:spcAft>
              <a:buNone/>
              <a:defRPr sz="1400" b="1" i="0" u="none" strike="noStrike" cap="non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ctr">
              <a:spcBef>
                <a:spcPts val="0"/>
              </a:spcBef>
              <a:spcAft>
                <a:spcPts val="0"/>
              </a:spcAft>
              <a:buNone/>
              <a:defRPr sz="1400" b="1" i="0" u="none" strike="noStrike" cap="non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ctr">
              <a:spcBef>
                <a:spcPts val="0"/>
              </a:spcBef>
              <a:spcAft>
                <a:spcPts val="0"/>
              </a:spcAft>
              <a:buNone/>
              <a:defRPr sz="1400" b="1" i="0" u="none" strike="noStrike" cap="non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ctr">
              <a:spcBef>
                <a:spcPts val="0"/>
              </a:spcBef>
              <a:spcAft>
                <a:spcPts val="0"/>
              </a:spcAft>
              <a:buNone/>
              <a:defRPr sz="1400" b="1" i="0" u="none" strike="noStrike" cap="non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ctr">
              <a:spcBef>
                <a:spcPts val="0"/>
              </a:spcBef>
              <a:spcAft>
                <a:spcPts val="0"/>
              </a:spcAft>
              <a:buNone/>
              <a:defRPr sz="1400" b="1" i="0" u="none" strike="noStrike" cap="non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ctr">
              <a:spcBef>
                <a:spcPts val="0"/>
              </a:spcBef>
              <a:spcAft>
                <a:spcPts val="0"/>
              </a:spcAft>
              <a:buNone/>
              <a:defRPr sz="1400" b="1" i="0" u="none" strike="noStrike" cap="non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ctr">
              <a:spcBef>
                <a:spcPts val="0"/>
              </a:spcBef>
              <a:spcAft>
                <a:spcPts val="0"/>
              </a:spcAft>
              <a:buNone/>
              <a:defRPr sz="1400" b="1" i="0" u="none" strike="noStrike" cap="non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ctr">
              <a:spcBef>
                <a:spcPts val="0"/>
              </a:spcBef>
              <a:spcAft>
                <a:spcPts val="0"/>
              </a:spcAft>
              <a:buNone/>
              <a:defRPr sz="1400" b="1" i="0" u="none" strike="noStrike" cap="non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ncabezado de sección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6"/>
          <p:cNvSpPr/>
          <p:nvPr/>
        </p:nvSpPr>
        <p:spPr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46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46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46"/>
          <p:cNvSpPr txBox="1"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700"/>
              </a:spcBef>
              <a:spcAft>
                <a:spcPts val="0"/>
              </a:spcAft>
              <a:buSzPts val="1680"/>
              <a:buNone/>
              <a:defRPr sz="2800">
                <a:solidFill>
                  <a:schemeClr val="dk2"/>
                </a:solidFill>
              </a:defRPr>
            </a:lvl1pPr>
            <a:lvl2pPr marL="914400" lvl="1" indent="-228600" algn="l">
              <a:spcBef>
                <a:spcPts val="550"/>
              </a:spcBef>
              <a:spcAft>
                <a:spcPts val="0"/>
              </a:spcAft>
              <a:buSzPts val="126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500"/>
              </a:spcBef>
              <a:spcAft>
                <a:spcPts val="0"/>
              </a:spcAft>
              <a:buSzPts val="12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400"/>
              </a:spcBef>
              <a:spcAft>
                <a:spcPts val="0"/>
              </a:spcAft>
              <a:buSzPts val="105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400"/>
              </a:spcBef>
              <a:spcAft>
                <a:spcPts val="0"/>
              </a:spcAft>
              <a:buSzPts val="910"/>
              <a:buNone/>
              <a:defRPr sz="1400">
                <a:solidFill>
                  <a:srgbClr val="888888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63" name="Google Shape;63;p46"/>
          <p:cNvSpPr txBox="1"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Twentieth Century"/>
              <a:buNone/>
              <a:defRPr sz="4400" b="0" cap="none"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46"/>
          <p:cNvSpPr txBox="1">
            <a:spLocks noGrp="1"/>
          </p:cNvSpPr>
          <p:nvPr>
            <p:ph type="dt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46"/>
          <p:cNvSpPr txBox="1">
            <a:spLocks noGrp="1"/>
          </p:cNvSpPr>
          <p:nvPr>
            <p:ph type="sldNum" idx="12"/>
          </p:nvPr>
        </p:nvSpPr>
        <p:spPr>
          <a:xfrm>
            <a:off x="0" y="1752600"/>
            <a:ext cx="1295400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ctr"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ctr"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ctr"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ctr"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ctr"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ctr"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ctr"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ctr"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66" name="Google Shape;66;p46"/>
          <p:cNvSpPr txBox="1">
            <a:spLocks noGrp="1"/>
          </p:cNvSpPr>
          <p:nvPr>
            <p:ph type="ftr" idx="11"/>
          </p:nvPr>
        </p:nvSpPr>
        <p:spPr>
          <a:xfrm>
            <a:off x="609600" y="6248400"/>
            <a:ext cx="54213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7"/>
          <p:cNvSpPr txBox="1"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47"/>
          <p:cNvSpPr txBox="1">
            <a:spLocks noGrp="1"/>
          </p:cNvSpPr>
          <p:nvPr>
            <p:ph type="body" idx="1"/>
          </p:nvPr>
        </p:nvSpPr>
        <p:spPr>
          <a:xfrm>
            <a:off x="609600" y="2438400"/>
            <a:ext cx="3886200" cy="35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>
              <a:spcBef>
                <a:spcPts val="700"/>
              </a:spcBef>
              <a:spcAft>
                <a:spcPts val="0"/>
              </a:spcAft>
              <a:buSzPts val="1080"/>
              <a:buChar char="◻"/>
              <a:defRPr/>
            </a:lvl1pPr>
            <a:lvl2pPr marL="914400" lvl="1" indent="-308610" algn="l">
              <a:spcBef>
                <a:spcPts val="550"/>
              </a:spcBef>
              <a:spcAft>
                <a:spcPts val="0"/>
              </a:spcAft>
              <a:buSzPts val="1260"/>
              <a:buChar char="🞑"/>
              <a:defRPr/>
            </a:lvl2pPr>
            <a:lvl3pPr marL="1371600" lvl="2" indent="-314325" algn="l">
              <a:spcBef>
                <a:spcPts val="500"/>
              </a:spcBef>
              <a:spcAft>
                <a:spcPts val="0"/>
              </a:spcAft>
              <a:buSzPts val="1350"/>
              <a:buChar char="■"/>
              <a:defRPr/>
            </a:lvl3pPr>
            <a:lvl4pPr marL="1828800" lvl="3" indent="-314325" algn="l">
              <a:spcBef>
                <a:spcPts val="400"/>
              </a:spcBef>
              <a:spcAft>
                <a:spcPts val="0"/>
              </a:spcAft>
              <a:buSzPts val="1350"/>
              <a:buChar char="■"/>
              <a:defRPr/>
            </a:lvl4pPr>
            <a:lvl5pPr marL="2286000" lvl="4" indent="-302895" algn="l">
              <a:spcBef>
                <a:spcPts val="400"/>
              </a:spcBef>
              <a:spcAft>
                <a:spcPts val="0"/>
              </a:spcAft>
              <a:buSzPts val="1170"/>
              <a:buChar char="■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70" name="Google Shape;70;p47"/>
          <p:cNvSpPr txBox="1">
            <a:spLocks noGrp="1"/>
          </p:cNvSpPr>
          <p:nvPr>
            <p:ph type="body" idx="2"/>
          </p:nvPr>
        </p:nvSpPr>
        <p:spPr>
          <a:xfrm>
            <a:off x="4800600" y="2438400"/>
            <a:ext cx="3886200" cy="35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>
              <a:spcBef>
                <a:spcPts val="700"/>
              </a:spcBef>
              <a:spcAft>
                <a:spcPts val="0"/>
              </a:spcAft>
              <a:buSzPts val="1080"/>
              <a:buChar char="◻"/>
              <a:defRPr/>
            </a:lvl1pPr>
            <a:lvl2pPr marL="914400" lvl="1" indent="-308610" algn="l">
              <a:spcBef>
                <a:spcPts val="550"/>
              </a:spcBef>
              <a:spcAft>
                <a:spcPts val="0"/>
              </a:spcAft>
              <a:buSzPts val="1260"/>
              <a:buChar char="🞑"/>
              <a:defRPr/>
            </a:lvl2pPr>
            <a:lvl3pPr marL="1371600" lvl="2" indent="-314325" algn="l">
              <a:spcBef>
                <a:spcPts val="500"/>
              </a:spcBef>
              <a:spcAft>
                <a:spcPts val="0"/>
              </a:spcAft>
              <a:buSzPts val="1350"/>
              <a:buChar char="■"/>
              <a:defRPr/>
            </a:lvl3pPr>
            <a:lvl4pPr marL="1828800" lvl="3" indent="-314325" algn="l">
              <a:spcBef>
                <a:spcPts val="400"/>
              </a:spcBef>
              <a:spcAft>
                <a:spcPts val="0"/>
              </a:spcAft>
              <a:buSzPts val="1350"/>
              <a:buChar char="■"/>
              <a:defRPr/>
            </a:lvl4pPr>
            <a:lvl5pPr marL="2286000" lvl="4" indent="-302895" algn="l">
              <a:spcBef>
                <a:spcPts val="400"/>
              </a:spcBef>
              <a:spcAft>
                <a:spcPts val="0"/>
              </a:spcAft>
              <a:buSzPts val="1170"/>
              <a:buChar char="■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71" name="Google Shape;71;p47"/>
          <p:cNvSpPr txBox="1">
            <a:spLocks noGrp="1"/>
          </p:cNvSpPr>
          <p:nvPr>
            <p:ph type="body" idx="3"/>
          </p:nvPr>
        </p:nvSpPr>
        <p:spPr>
          <a:xfrm>
            <a:off x="609600" y="1752600"/>
            <a:ext cx="3886200" cy="6400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700"/>
              </a:spcBef>
              <a:spcAft>
                <a:spcPts val="0"/>
              </a:spcAft>
              <a:buSzPts val="1200"/>
              <a:buFont typeface="Twentieth Century"/>
              <a:buNone/>
              <a:defRPr sz="2000" b="1">
                <a:solidFill>
                  <a:srgbClr val="FFFFFF"/>
                </a:solidFill>
              </a:defRPr>
            </a:lvl1pPr>
            <a:lvl2pPr marL="914400" lvl="1" indent="-308610" algn="l">
              <a:spcBef>
                <a:spcPts val="550"/>
              </a:spcBef>
              <a:spcAft>
                <a:spcPts val="0"/>
              </a:spcAft>
              <a:buSzPts val="1260"/>
              <a:buChar char="🞑"/>
              <a:defRPr/>
            </a:lvl2pPr>
            <a:lvl3pPr marL="1371600" lvl="2" indent="-314325" algn="l">
              <a:spcBef>
                <a:spcPts val="500"/>
              </a:spcBef>
              <a:spcAft>
                <a:spcPts val="0"/>
              </a:spcAft>
              <a:buSzPts val="1350"/>
              <a:buChar char="■"/>
              <a:defRPr/>
            </a:lvl3pPr>
            <a:lvl4pPr marL="1828800" lvl="3" indent="-314325" algn="l">
              <a:spcBef>
                <a:spcPts val="400"/>
              </a:spcBef>
              <a:spcAft>
                <a:spcPts val="0"/>
              </a:spcAft>
              <a:buSzPts val="1350"/>
              <a:buChar char="■"/>
              <a:defRPr/>
            </a:lvl4pPr>
            <a:lvl5pPr marL="2286000" lvl="4" indent="-302895" algn="l">
              <a:spcBef>
                <a:spcPts val="400"/>
              </a:spcBef>
              <a:spcAft>
                <a:spcPts val="0"/>
              </a:spcAft>
              <a:buSzPts val="1170"/>
              <a:buChar char="■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72" name="Google Shape;72;p47"/>
          <p:cNvSpPr txBox="1">
            <a:spLocks noGrp="1"/>
          </p:cNvSpPr>
          <p:nvPr>
            <p:ph type="body" idx="4"/>
          </p:nvPr>
        </p:nvSpPr>
        <p:spPr>
          <a:xfrm>
            <a:off x="4800600" y="1752600"/>
            <a:ext cx="3886200" cy="6400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700"/>
              </a:spcBef>
              <a:spcAft>
                <a:spcPts val="0"/>
              </a:spcAft>
              <a:buSzPts val="1200"/>
              <a:buFont typeface="Twentieth Century"/>
              <a:buNone/>
              <a:defRPr sz="2000" b="1">
                <a:solidFill>
                  <a:srgbClr val="FFFFFF"/>
                </a:solidFill>
              </a:defRPr>
            </a:lvl1pPr>
            <a:lvl2pPr marL="914400" lvl="1" indent="-308610" algn="l">
              <a:spcBef>
                <a:spcPts val="550"/>
              </a:spcBef>
              <a:spcAft>
                <a:spcPts val="0"/>
              </a:spcAft>
              <a:buSzPts val="1260"/>
              <a:buChar char="🞑"/>
              <a:defRPr/>
            </a:lvl2pPr>
            <a:lvl3pPr marL="1371600" lvl="2" indent="-314325" algn="l">
              <a:spcBef>
                <a:spcPts val="500"/>
              </a:spcBef>
              <a:spcAft>
                <a:spcPts val="0"/>
              </a:spcAft>
              <a:buSzPts val="1350"/>
              <a:buChar char="■"/>
              <a:defRPr/>
            </a:lvl3pPr>
            <a:lvl4pPr marL="1828800" lvl="3" indent="-314325" algn="l">
              <a:spcBef>
                <a:spcPts val="400"/>
              </a:spcBef>
              <a:spcAft>
                <a:spcPts val="0"/>
              </a:spcAft>
              <a:buSzPts val="1350"/>
              <a:buChar char="■"/>
              <a:defRPr/>
            </a:lvl4pPr>
            <a:lvl5pPr marL="2286000" lvl="4" indent="-302895" algn="l">
              <a:spcBef>
                <a:spcPts val="400"/>
              </a:spcBef>
              <a:spcAft>
                <a:spcPts val="0"/>
              </a:spcAft>
              <a:buSzPts val="1170"/>
              <a:buChar char="■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73" name="Google Shape;73;p47"/>
          <p:cNvSpPr txBox="1">
            <a:spLocks noGrp="1"/>
          </p:cNvSpPr>
          <p:nvPr>
            <p:ph type="dt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47"/>
          <p:cNvSpPr txBox="1">
            <a:spLocks noGrp="1"/>
          </p:cNvSpPr>
          <p:nvPr>
            <p:ph type="sldNum" idx="12"/>
          </p:nvPr>
        </p:nvSpPr>
        <p:spPr>
          <a:xfrm>
            <a:off x="0" y="1271588"/>
            <a:ext cx="5334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marR="0" lvl="0" indent="0" algn="ctr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ctr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ctr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ctr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ctr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ctr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ctr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ctr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ctr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75" name="Google Shape;75;p47"/>
          <p:cNvSpPr txBox="1">
            <a:spLocks noGrp="1"/>
          </p:cNvSpPr>
          <p:nvPr>
            <p:ph type="ftr" idx="11"/>
          </p:nvPr>
        </p:nvSpPr>
        <p:spPr>
          <a:xfrm>
            <a:off x="609600" y="6248400"/>
            <a:ext cx="54213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ólo el título" type="titleOnly">
  <p:cSld name="TITLE_ONLY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8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48"/>
          <p:cNvSpPr txBox="1">
            <a:spLocks noGrp="1"/>
          </p:cNvSpPr>
          <p:nvPr>
            <p:ph type="dt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48"/>
          <p:cNvSpPr txBox="1">
            <a:spLocks noGrp="1"/>
          </p:cNvSpPr>
          <p:nvPr>
            <p:ph type="ftr" idx="11"/>
          </p:nvPr>
        </p:nvSpPr>
        <p:spPr>
          <a:xfrm>
            <a:off x="609600" y="6248400"/>
            <a:ext cx="54213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48"/>
          <p:cNvSpPr txBox="1">
            <a:spLocks noGrp="1"/>
          </p:cNvSpPr>
          <p:nvPr>
            <p:ph type="sldNum" idx="12"/>
          </p:nvPr>
        </p:nvSpPr>
        <p:spPr>
          <a:xfrm>
            <a:off x="0" y="1271588"/>
            <a:ext cx="5334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marR="0" lvl="0" indent="0" algn="ctr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ctr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ctr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ctr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ctr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ctr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ctr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ctr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ctr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n blanco" type="blank">
  <p:cSld name="BLANK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9"/>
          <p:cNvSpPr txBox="1">
            <a:spLocks noGrp="1"/>
          </p:cNvSpPr>
          <p:nvPr>
            <p:ph type="dt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49"/>
          <p:cNvSpPr txBox="1">
            <a:spLocks noGrp="1"/>
          </p:cNvSpPr>
          <p:nvPr>
            <p:ph type="ftr" idx="11"/>
          </p:nvPr>
        </p:nvSpPr>
        <p:spPr>
          <a:xfrm>
            <a:off x="609600" y="6248400"/>
            <a:ext cx="54213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49"/>
          <p:cNvSpPr txBox="1">
            <a:spLocks noGrp="1"/>
          </p:cNvSpPr>
          <p:nvPr>
            <p:ph type="sldNum" idx="12"/>
          </p:nvPr>
        </p:nvSpPr>
        <p:spPr>
          <a:xfrm>
            <a:off x="0" y="6248400"/>
            <a:ext cx="533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marR="0" lvl="0" indent="0" algn="ctr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ctr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ctr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ctr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ctr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ctr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ctr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ctr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ctr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0"/>
          <p:cNvSpPr txBox="1"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  <a:defRPr sz="44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50"/>
          <p:cNvSpPr txBox="1">
            <a:spLocks noGrp="1"/>
          </p:cNvSpPr>
          <p:nvPr>
            <p:ph type="body" idx="1"/>
          </p:nvPr>
        </p:nvSpPr>
        <p:spPr>
          <a:xfrm>
            <a:off x="609600" y="1752600"/>
            <a:ext cx="1600200" cy="4343400"/>
          </a:xfrm>
          <a:prstGeom prst="rect">
            <a:avLst/>
          </a:prstGeom>
          <a:solidFill>
            <a:schemeClr val="accent2"/>
          </a:solidFill>
          <a:ln w="50800" cap="sq" cmpd="dbl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37150" tIns="182875" rIns="137150" bIns="91425" anchor="t" anchorCtr="0">
            <a:noAutofit/>
          </a:bodyPr>
          <a:lstStyle>
            <a:lvl1pPr marL="457200" lvl="0" indent="-228600" algn="l">
              <a:spcBef>
                <a:spcPts val="700"/>
              </a:spcBef>
              <a:spcAft>
                <a:spcPts val="0"/>
              </a:spcAft>
              <a:buSzPts val="1080"/>
              <a:buNone/>
              <a:def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840"/>
              <a:buNone/>
              <a:defRPr sz="12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1371600" lvl="2" indent="-228600" algn="l">
              <a:spcBef>
                <a:spcPts val="500"/>
              </a:spcBef>
              <a:spcAft>
                <a:spcPts val="0"/>
              </a:spcAft>
              <a:buSzPts val="750"/>
              <a:buNone/>
              <a:defRPr sz="10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1828800" lvl="3" indent="-228600" algn="l">
              <a:spcBef>
                <a:spcPts val="400"/>
              </a:spcBef>
              <a:spcAft>
                <a:spcPts val="0"/>
              </a:spcAft>
              <a:buSzPts val="675"/>
              <a:buNone/>
              <a:defRPr sz="9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2286000" lvl="4" indent="-228600" algn="l">
              <a:spcBef>
                <a:spcPts val="400"/>
              </a:spcBef>
              <a:spcAft>
                <a:spcPts val="0"/>
              </a:spcAft>
              <a:buSzPts val="585"/>
              <a:buNone/>
              <a:defRPr sz="9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88" name="Google Shape;88;p50"/>
          <p:cNvSpPr txBox="1">
            <a:spLocks noGrp="1"/>
          </p:cNvSpPr>
          <p:nvPr>
            <p:ph type="body" idx="2"/>
          </p:nvPr>
        </p:nvSpPr>
        <p:spPr>
          <a:xfrm>
            <a:off x="2362200" y="1752600"/>
            <a:ext cx="64008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>
              <a:spcBef>
                <a:spcPts val="700"/>
              </a:spcBef>
              <a:spcAft>
                <a:spcPts val="0"/>
              </a:spcAft>
              <a:buSzPts val="1080"/>
              <a:buChar char="◻"/>
              <a:defRPr/>
            </a:lvl1pPr>
            <a:lvl2pPr marL="914400" lvl="1" indent="-308610" algn="l">
              <a:spcBef>
                <a:spcPts val="550"/>
              </a:spcBef>
              <a:spcAft>
                <a:spcPts val="0"/>
              </a:spcAft>
              <a:buSzPts val="1260"/>
              <a:buChar char="🞑"/>
              <a:defRPr/>
            </a:lvl2pPr>
            <a:lvl3pPr marL="1371600" lvl="2" indent="-314325" algn="l">
              <a:spcBef>
                <a:spcPts val="500"/>
              </a:spcBef>
              <a:spcAft>
                <a:spcPts val="0"/>
              </a:spcAft>
              <a:buSzPts val="1350"/>
              <a:buChar char="■"/>
              <a:defRPr/>
            </a:lvl3pPr>
            <a:lvl4pPr marL="1828800" lvl="3" indent="-314325" algn="l">
              <a:spcBef>
                <a:spcPts val="400"/>
              </a:spcBef>
              <a:spcAft>
                <a:spcPts val="0"/>
              </a:spcAft>
              <a:buSzPts val="1350"/>
              <a:buChar char="■"/>
              <a:defRPr/>
            </a:lvl4pPr>
            <a:lvl5pPr marL="2286000" lvl="4" indent="-302895" algn="l">
              <a:spcBef>
                <a:spcPts val="400"/>
              </a:spcBef>
              <a:spcAft>
                <a:spcPts val="0"/>
              </a:spcAft>
              <a:buSzPts val="1170"/>
              <a:buChar char="■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89" name="Google Shape;89;p50"/>
          <p:cNvSpPr txBox="1">
            <a:spLocks noGrp="1"/>
          </p:cNvSpPr>
          <p:nvPr>
            <p:ph type="dt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50"/>
          <p:cNvSpPr txBox="1">
            <a:spLocks noGrp="1"/>
          </p:cNvSpPr>
          <p:nvPr>
            <p:ph type="ftr" idx="11"/>
          </p:nvPr>
        </p:nvSpPr>
        <p:spPr>
          <a:xfrm>
            <a:off x="609600" y="6248400"/>
            <a:ext cx="54213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50"/>
          <p:cNvSpPr txBox="1">
            <a:spLocks noGrp="1"/>
          </p:cNvSpPr>
          <p:nvPr>
            <p:ph type="sldNum" idx="12"/>
          </p:nvPr>
        </p:nvSpPr>
        <p:spPr>
          <a:xfrm>
            <a:off x="0" y="1271588"/>
            <a:ext cx="5334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marR="0" lvl="0" indent="0" algn="ctr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ctr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ctr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ctr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ctr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ctr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ctr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ctr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ctr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Imagen con título" type="picTx">
  <p:cSld name="PICTURE_WITH_CAPTION_TEX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1"/>
          <p:cNvSpPr/>
          <p:nvPr/>
        </p:nvSpPr>
        <p:spPr>
          <a:xfrm>
            <a:off x="-9525" y="4572000"/>
            <a:ext cx="9144000" cy="88741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51"/>
          <p:cNvSpPr/>
          <p:nvPr/>
        </p:nvSpPr>
        <p:spPr>
          <a:xfrm>
            <a:off x="-9525" y="4664075"/>
            <a:ext cx="1463675" cy="7127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51"/>
          <p:cNvSpPr/>
          <p:nvPr/>
        </p:nvSpPr>
        <p:spPr>
          <a:xfrm>
            <a:off x="1544638" y="4654550"/>
            <a:ext cx="7599362" cy="7127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51"/>
          <p:cNvSpPr/>
          <p:nvPr/>
        </p:nvSpPr>
        <p:spPr>
          <a:xfrm>
            <a:off x="1447800" y="0"/>
            <a:ext cx="100013" cy="6867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51"/>
          <p:cNvSpPr txBox="1">
            <a:spLocks noGrp="1"/>
          </p:cNvSpPr>
          <p:nvPr>
            <p:ph type="body" idx="1"/>
          </p:nvPr>
        </p:nvSpPr>
        <p:spPr>
          <a:xfrm>
            <a:off x="1600200" y="54864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700"/>
              </a:spcBef>
              <a:spcAft>
                <a:spcPts val="0"/>
              </a:spcAft>
              <a:buSzPts val="1020"/>
              <a:buFont typeface="Twentieth Century"/>
              <a:buNone/>
              <a:defRPr sz="1700"/>
            </a:lvl1pPr>
            <a:lvl2pPr marL="914400" lvl="1" indent="-228600" algn="l">
              <a:spcBef>
                <a:spcPts val="550"/>
              </a:spcBef>
              <a:spcAft>
                <a:spcPts val="0"/>
              </a:spcAft>
              <a:buSzPts val="840"/>
              <a:buFont typeface="Twentieth Century"/>
              <a:buNone/>
              <a:defRPr sz="1200"/>
            </a:lvl2pPr>
            <a:lvl3pPr marL="1371600" lvl="2" indent="-228600" algn="l">
              <a:spcBef>
                <a:spcPts val="500"/>
              </a:spcBef>
              <a:spcAft>
                <a:spcPts val="0"/>
              </a:spcAft>
              <a:buSzPts val="750"/>
              <a:buFont typeface="Twentieth Century"/>
              <a:buNone/>
              <a:defRPr sz="1000"/>
            </a:lvl3pPr>
            <a:lvl4pPr marL="1828800" lvl="3" indent="-228600" algn="l">
              <a:spcBef>
                <a:spcPts val="400"/>
              </a:spcBef>
              <a:spcAft>
                <a:spcPts val="0"/>
              </a:spcAft>
              <a:buSzPts val="675"/>
              <a:buFont typeface="Twentieth Century"/>
              <a:buNone/>
              <a:defRPr sz="900"/>
            </a:lvl4pPr>
            <a:lvl5pPr marL="2286000" lvl="4" indent="-228600" algn="l">
              <a:spcBef>
                <a:spcPts val="400"/>
              </a:spcBef>
              <a:spcAft>
                <a:spcPts val="0"/>
              </a:spcAft>
              <a:buSzPts val="585"/>
              <a:buFont typeface="Twentieth Century"/>
              <a:buNone/>
              <a:defRPr sz="9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98" name="Google Shape;98;p51"/>
          <p:cNvSpPr txBox="1"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wentieth Century"/>
              <a:buNone/>
              <a:defRPr sz="2800" b="0"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51"/>
          <p:cNvSpPr>
            <a:spLocks noGrp="1"/>
          </p:cNvSpPr>
          <p:nvPr>
            <p:ph type="pic" idx="2"/>
          </p:nvPr>
        </p:nvSpPr>
        <p:spPr>
          <a:xfrm>
            <a:off x="1560576" y="0"/>
            <a:ext cx="7583424" cy="4568952"/>
          </a:xfrm>
          <a:prstGeom prst="rect">
            <a:avLst/>
          </a:prstGeom>
          <a:solidFill>
            <a:srgbClr val="D4D6E0"/>
          </a:solidFill>
          <a:ln>
            <a:noFill/>
          </a:ln>
        </p:spPr>
      </p:sp>
      <p:sp>
        <p:nvSpPr>
          <p:cNvPr id="100" name="Google Shape;100;p51"/>
          <p:cNvSpPr txBox="1">
            <a:spLocks noGrp="1"/>
          </p:cNvSpPr>
          <p:nvPr>
            <p:ph type="dt" idx="10"/>
          </p:nvPr>
        </p:nvSpPr>
        <p:spPr>
          <a:xfrm>
            <a:off x="6248400" y="6248400"/>
            <a:ext cx="2667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51"/>
          <p:cNvSpPr txBox="1">
            <a:spLocks noGrp="1"/>
          </p:cNvSpPr>
          <p:nvPr>
            <p:ph type="sldNum" idx="12"/>
          </p:nvPr>
        </p:nvSpPr>
        <p:spPr>
          <a:xfrm>
            <a:off x="0" y="4667250"/>
            <a:ext cx="1447800" cy="663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marR="0" lvl="0" indent="0" algn="ctr">
              <a:spcBef>
                <a:spcPts val="0"/>
              </a:spcBef>
              <a:spcAft>
                <a:spcPts val="0"/>
              </a:spcAft>
              <a:buNone/>
              <a:defRPr sz="28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ctr">
              <a:spcBef>
                <a:spcPts val="0"/>
              </a:spcBef>
              <a:spcAft>
                <a:spcPts val="0"/>
              </a:spcAft>
              <a:buNone/>
              <a:defRPr sz="28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ctr">
              <a:spcBef>
                <a:spcPts val="0"/>
              </a:spcBef>
              <a:spcAft>
                <a:spcPts val="0"/>
              </a:spcAft>
              <a:buNone/>
              <a:defRPr sz="28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ctr">
              <a:spcBef>
                <a:spcPts val="0"/>
              </a:spcBef>
              <a:spcAft>
                <a:spcPts val="0"/>
              </a:spcAft>
              <a:buNone/>
              <a:defRPr sz="28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ctr">
              <a:spcBef>
                <a:spcPts val="0"/>
              </a:spcBef>
              <a:spcAft>
                <a:spcPts val="0"/>
              </a:spcAft>
              <a:buNone/>
              <a:defRPr sz="28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ctr">
              <a:spcBef>
                <a:spcPts val="0"/>
              </a:spcBef>
              <a:spcAft>
                <a:spcPts val="0"/>
              </a:spcAft>
              <a:buNone/>
              <a:defRPr sz="28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ctr">
              <a:spcBef>
                <a:spcPts val="0"/>
              </a:spcBef>
              <a:spcAft>
                <a:spcPts val="0"/>
              </a:spcAft>
              <a:buNone/>
              <a:defRPr sz="28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ctr">
              <a:spcBef>
                <a:spcPts val="0"/>
              </a:spcBef>
              <a:spcAft>
                <a:spcPts val="0"/>
              </a:spcAft>
              <a:buNone/>
              <a:defRPr sz="28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ctr">
              <a:spcBef>
                <a:spcPts val="0"/>
              </a:spcBef>
              <a:spcAft>
                <a:spcPts val="0"/>
              </a:spcAft>
              <a:buNone/>
              <a:defRPr sz="28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102" name="Google Shape;102;p51"/>
          <p:cNvSpPr txBox="1">
            <a:spLocks noGrp="1"/>
          </p:cNvSpPr>
          <p:nvPr>
            <p:ph type="ftr" idx="11"/>
          </p:nvPr>
        </p:nvSpPr>
        <p:spPr>
          <a:xfrm>
            <a:off x="1600200" y="6248400"/>
            <a:ext cx="457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2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52"/>
          <p:cNvSpPr txBox="1">
            <a:spLocks noGrp="1"/>
          </p:cNvSpPr>
          <p:nvPr>
            <p:ph type="body" idx="1"/>
          </p:nvPr>
        </p:nvSpPr>
        <p:spPr>
          <a:xfrm rot="5400000">
            <a:off x="2426494" y="-213518"/>
            <a:ext cx="4525963" cy="81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>
              <a:spcBef>
                <a:spcPts val="700"/>
              </a:spcBef>
              <a:spcAft>
                <a:spcPts val="0"/>
              </a:spcAft>
              <a:buSzPts val="1080"/>
              <a:buChar char="◻"/>
              <a:defRPr/>
            </a:lvl1pPr>
            <a:lvl2pPr marL="914400" lvl="1" indent="-308610" algn="l">
              <a:spcBef>
                <a:spcPts val="550"/>
              </a:spcBef>
              <a:spcAft>
                <a:spcPts val="0"/>
              </a:spcAft>
              <a:buSzPts val="1260"/>
              <a:buChar char="🞑"/>
              <a:defRPr/>
            </a:lvl2pPr>
            <a:lvl3pPr marL="1371600" lvl="2" indent="-314325" algn="l">
              <a:spcBef>
                <a:spcPts val="500"/>
              </a:spcBef>
              <a:spcAft>
                <a:spcPts val="0"/>
              </a:spcAft>
              <a:buSzPts val="1350"/>
              <a:buChar char="■"/>
              <a:defRPr/>
            </a:lvl3pPr>
            <a:lvl4pPr marL="1828800" lvl="3" indent="-314325" algn="l">
              <a:spcBef>
                <a:spcPts val="400"/>
              </a:spcBef>
              <a:spcAft>
                <a:spcPts val="0"/>
              </a:spcAft>
              <a:buSzPts val="1350"/>
              <a:buChar char="■"/>
              <a:defRPr/>
            </a:lvl4pPr>
            <a:lvl5pPr marL="2286000" lvl="4" indent="-302895" algn="l">
              <a:spcBef>
                <a:spcPts val="400"/>
              </a:spcBef>
              <a:spcAft>
                <a:spcPts val="0"/>
              </a:spcAft>
              <a:buSzPts val="1170"/>
              <a:buChar char="■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106" name="Google Shape;106;p52"/>
          <p:cNvSpPr txBox="1">
            <a:spLocks noGrp="1"/>
          </p:cNvSpPr>
          <p:nvPr>
            <p:ph type="dt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52"/>
          <p:cNvSpPr txBox="1">
            <a:spLocks noGrp="1"/>
          </p:cNvSpPr>
          <p:nvPr>
            <p:ph type="ftr" idx="11"/>
          </p:nvPr>
        </p:nvSpPr>
        <p:spPr>
          <a:xfrm>
            <a:off x="609600" y="6248400"/>
            <a:ext cx="54213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52"/>
          <p:cNvSpPr txBox="1">
            <a:spLocks noGrp="1"/>
          </p:cNvSpPr>
          <p:nvPr>
            <p:ph type="sldNum" idx="12"/>
          </p:nvPr>
        </p:nvSpPr>
        <p:spPr>
          <a:xfrm>
            <a:off x="0" y="1271588"/>
            <a:ext cx="5334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marR="0" lvl="0" indent="0" algn="ctr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ctr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ctr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ctr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ctr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ctr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ctr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ctr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ctr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ítulo vertical y texto" type="vertTitleAndTx">
  <p:cSld name="VERTICAL_TITLE_AND_VERTICAL_TEXT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3"/>
          <p:cNvSpPr/>
          <p:nvPr/>
        </p:nvSpPr>
        <p:spPr>
          <a:xfrm>
            <a:off x="6096000" y="0"/>
            <a:ext cx="32067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53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53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53"/>
          <p:cNvSpPr txBox="1">
            <a:spLocks noGrp="1"/>
          </p:cNvSpPr>
          <p:nvPr>
            <p:ph type="title"/>
          </p:nvPr>
        </p:nvSpPr>
        <p:spPr>
          <a:xfrm rot="5400000">
            <a:off x="4823619" y="2339182"/>
            <a:ext cx="5516563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53"/>
          <p:cNvSpPr txBox="1">
            <a:spLocks noGrp="1"/>
          </p:cNvSpPr>
          <p:nvPr>
            <p:ph type="body" idx="1"/>
          </p:nvPr>
        </p:nvSpPr>
        <p:spPr>
          <a:xfrm rot="5400000">
            <a:off x="480218" y="586582"/>
            <a:ext cx="5516564" cy="55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>
              <a:spcBef>
                <a:spcPts val="700"/>
              </a:spcBef>
              <a:spcAft>
                <a:spcPts val="0"/>
              </a:spcAft>
              <a:buSzPts val="1080"/>
              <a:buChar char="◻"/>
              <a:defRPr/>
            </a:lvl1pPr>
            <a:lvl2pPr marL="914400" lvl="1" indent="-308610" algn="l">
              <a:spcBef>
                <a:spcPts val="550"/>
              </a:spcBef>
              <a:spcAft>
                <a:spcPts val="0"/>
              </a:spcAft>
              <a:buSzPts val="1260"/>
              <a:buChar char="🞑"/>
              <a:defRPr/>
            </a:lvl2pPr>
            <a:lvl3pPr marL="1371600" lvl="2" indent="-314325" algn="l">
              <a:spcBef>
                <a:spcPts val="500"/>
              </a:spcBef>
              <a:spcAft>
                <a:spcPts val="0"/>
              </a:spcAft>
              <a:buSzPts val="1350"/>
              <a:buChar char="■"/>
              <a:defRPr/>
            </a:lvl3pPr>
            <a:lvl4pPr marL="1828800" lvl="3" indent="-314325" algn="l">
              <a:spcBef>
                <a:spcPts val="400"/>
              </a:spcBef>
              <a:spcAft>
                <a:spcPts val="0"/>
              </a:spcAft>
              <a:buSzPts val="1350"/>
              <a:buChar char="■"/>
              <a:defRPr/>
            </a:lvl4pPr>
            <a:lvl5pPr marL="2286000" lvl="4" indent="-302895" algn="l">
              <a:spcBef>
                <a:spcPts val="400"/>
              </a:spcBef>
              <a:spcAft>
                <a:spcPts val="0"/>
              </a:spcAft>
              <a:buSzPts val="1170"/>
              <a:buChar char="■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115" name="Google Shape;115;p53"/>
          <p:cNvSpPr txBox="1">
            <a:spLocks noGrp="1"/>
          </p:cNvSpPr>
          <p:nvPr>
            <p:ph type="dt" idx="10"/>
          </p:nvPr>
        </p:nvSpPr>
        <p:spPr>
          <a:xfrm>
            <a:off x="6553200" y="6248400"/>
            <a:ext cx="2209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53"/>
          <p:cNvSpPr txBox="1">
            <a:spLocks noGrp="1"/>
          </p:cNvSpPr>
          <p:nvPr>
            <p:ph type="ftr" idx="11"/>
          </p:nvPr>
        </p:nvSpPr>
        <p:spPr>
          <a:xfrm>
            <a:off x="457200" y="6248400"/>
            <a:ext cx="55737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53"/>
          <p:cNvSpPr txBox="1">
            <a:spLocks noGrp="1"/>
          </p:cNvSpPr>
          <p:nvPr>
            <p:ph type="sldNum" idx="12"/>
          </p:nvPr>
        </p:nvSpPr>
        <p:spPr>
          <a:xfrm rot="5400000">
            <a:off x="5989638" y="144462"/>
            <a:ext cx="5334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marR="0" lvl="0" indent="0" algn="ctr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ctr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ctr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ctr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ctr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ctr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ctr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ctr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ctr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1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endParaRPr/>
          </a:p>
        </p:txBody>
      </p:sp>
      <p:sp>
        <p:nvSpPr>
          <p:cNvPr id="11" name="Google Shape;11;p41"/>
          <p:cNvSpPr txBox="1">
            <a:spLocks noGrp="1"/>
          </p:cNvSpPr>
          <p:nvPr>
            <p:ph type="body" idx="1"/>
          </p:nvPr>
        </p:nvSpPr>
        <p:spPr>
          <a:xfrm>
            <a:off x="612775" y="1600200"/>
            <a:ext cx="81534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39090" algn="l" rtl="0"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ts val="1740"/>
              <a:buFont typeface="Noto Sans Symbols"/>
              <a:buChar char="◻"/>
              <a:defRPr sz="29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914400" marR="0" lvl="1" indent="-344169" algn="l" rtl="0">
              <a:spcBef>
                <a:spcPts val="550"/>
              </a:spcBef>
              <a:spcAft>
                <a:spcPts val="0"/>
              </a:spcAft>
              <a:buClr>
                <a:schemeClr val="accent1"/>
              </a:buClr>
              <a:buSzPts val="1820"/>
              <a:buFont typeface="Noto Sans Symbols"/>
              <a:buChar char="🞑"/>
              <a:defRPr sz="26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1371600" marR="0" lvl="2" indent="-338137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25"/>
              <a:buFont typeface="Noto Sans Symbols"/>
              <a:buChar char="■"/>
              <a:defRPr sz="23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1828800" marR="0" lvl="3" indent="-323850" algn="l" rtl="0">
              <a:spcBef>
                <a:spcPts val="400"/>
              </a:spcBef>
              <a:spcAft>
                <a:spcPts val="0"/>
              </a:spcAft>
              <a:buClr>
                <a:srgbClr val="D2DA7A"/>
              </a:buClr>
              <a:buSzPts val="1500"/>
              <a:buFont typeface="Noto Sans Symbols"/>
              <a:buChar char="■"/>
              <a:defRPr sz="20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2286000" marR="0" lvl="4" indent="-311150" algn="l" rtl="0">
              <a:spcBef>
                <a:spcPts val="400"/>
              </a:spcBef>
              <a:spcAft>
                <a:spcPts val="0"/>
              </a:spcAft>
              <a:buClr>
                <a:srgbClr val="FADA7A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endParaRPr/>
          </a:p>
        </p:txBody>
      </p:sp>
      <p:sp>
        <p:nvSpPr>
          <p:cNvPr id="12" name="Google Shape;12;p41"/>
          <p:cNvSpPr txBox="1">
            <a:spLocks noGrp="1"/>
          </p:cNvSpPr>
          <p:nvPr>
            <p:ph type="dt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41"/>
          <p:cNvSpPr txBox="1">
            <a:spLocks noGrp="1"/>
          </p:cNvSpPr>
          <p:nvPr>
            <p:ph type="ftr" idx="11"/>
          </p:nvPr>
        </p:nvSpPr>
        <p:spPr>
          <a:xfrm>
            <a:off x="609600" y="6248400"/>
            <a:ext cx="54213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41"/>
          <p:cNvSpPr/>
          <p:nvPr/>
        </p:nvSpPr>
        <p:spPr>
          <a:xfrm>
            <a:off x="0" y="1235075"/>
            <a:ext cx="9144000" cy="3190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41"/>
          <p:cNvSpPr/>
          <p:nvPr/>
        </p:nvSpPr>
        <p:spPr>
          <a:xfrm>
            <a:off x="0" y="1279525"/>
            <a:ext cx="533400" cy="228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41"/>
          <p:cNvSpPr/>
          <p:nvPr/>
        </p:nvSpPr>
        <p:spPr>
          <a:xfrm>
            <a:off x="590550" y="1279525"/>
            <a:ext cx="855345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41"/>
          <p:cNvSpPr txBox="1">
            <a:spLocks noGrp="1"/>
          </p:cNvSpPr>
          <p:nvPr>
            <p:ph type="sldNum" idx="12"/>
          </p:nvPr>
        </p:nvSpPr>
        <p:spPr>
          <a:xfrm>
            <a:off x="0" y="1271588"/>
            <a:ext cx="5334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400" b="1" i="0" u="none" strike="noStrike" cap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400" b="1" i="0" u="none" strike="noStrike" cap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400" b="1" i="0" u="none" strike="noStrike" cap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400" b="1" i="0" u="none" strike="noStrike" cap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400" b="1" i="0" u="none" strike="noStrike" cap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400" b="1" i="0" u="none" strike="noStrike" cap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400" b="1" i="0" u="none" strike="noStrike" cap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400" b="1" i="0" u="none" strike="noStrike" cap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400" b="1" i="0" u="none" strike="noStrike" cap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0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endParaRPr/>
          </a:p>
        </p:txBody>
      </p:sp>
      <p:sp>
        <p:nvSpPr>
          <p:cNvPr id="29" name="Google Shape;29;p40"/>
          <p:cNvSpPr txBox="1">
            <a:spLocks noGrp="1"/>
          </p:cNvSpPr>
          <p:nvPr>
            <p:ph type="body" idx="1"/>
          </p:nvPr>
        </p:nvSpPr>
        <p:spPr>
          <a:xfrm>
            <a:off x="612775" y="1600200"/>
            <a:ext cx="81534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39090" algn="l" rtl="0"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ts val="1740"/>
              <a:buFont typeface="Noto Sans Symbols"/>
              <a:buChar char="◻"/>
              <a:defRPr sz="29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914400" marR="0" lvl="1" indent="-344169" algn="l" rtl="0">
              <a:spcBef>
                <a:spcPts val="550"/>
              </a:spcBef>
              <a:spcAft>
                <a:spcPts val="0"/>
              </a:spcAft>
              <a:buClr>
                <a:schemeClr val="accent1"/>
              </a:buClr>
              <a:buSzPts val="1820"/>
              <a:buFont typeface="Noto Sans Symbols"/>
              <a:buChar char="🞑"/>
              <a:defRPr sz="26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1371600" marR="0" lvl="2" indent="-338137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25"/>
              <a:buFont typeface="Noto Sans Symbols"/>
              <a:buChar char="■"/>
              <a:defRPr sz="23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1828800" marR="0" lvl="3" indent="-323850" algn="l" rtl="0">
              <a:spcBef>
                <a:spcPts val="400"/>
              </a:spcBef>
              <a:spcAft>
                <a:spcPts val="0"/>
              </a:spcAft>
              <a:buClr>
                <a:srgbClr val="D2DA7A"/>
              </a:buClr>
              <a:buSzPts val="15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2286000" marR="0" lvl="4" indent="-311150" algn="l" rtl="0">
              <a:spcBef>
                <a:spcPts val="400"/>
              </a:spcBef>
              <a:spcAft>
                <a:spcPts val="0"/>
              </a:spcAft>
              <a:buClr>
                <a:srgbClr val="FADA7A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endParaRPr/>
          </a:p>
        </p:txBody>
      </p:sp>
      <p:sp>
        <p:nvSpPr>
          <p:cNvPr id="30" name="Google Shape;30;p40"/>
          <p:cNvSpPr txBox="1">
            <a:spLocks noGrp="1"/>
          </p:cNvSpPr>
          <p:nvPr>
            <p:ph type="dt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" name="Google Shape;31;p40"/>
          <p:cNvSpPr txBox="1">
            <a:spLocks noGrp="1"/>
          </p:cNvSpPr>
          <p:nvPr>
            <p:ph type="ftr" idx="11"/>
          </p:nvPr>
        </p:nvSpPr>
        <p:spPr>
          <a:xfrm>
            <a:off x="609600" y="6248400"/>
            <a:ext cx="54213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" name="Google Shape;32;p40"/>
          <p:cNvSpPr/>
          <p:nvPr/>
        </p:nvSpPr>
        <p:spPr>
          <a:xfrm>
            <a:off x="0" y="1235075"/>
            <a:ext cx="9144000" cy="3190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40"/>
          <p:cNvSpPr/>
          <p:nvPr/>
        </p:nvSpPr>
        <p:spPr>
          <a:xfrm>
            <a:off x="0" y="1279525"/>
            <a:ext cx="533400" cy="228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40"/>
          <p:cNvSpPr/>
          <p:nvPr/>
        </p:nvSpPr>
        <p:spPr>
          <a:xfrm>
            <a:off x="590550" y="1279525"/>
            <a:ext cx="855345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40"/>
          <p:cNvSpPr txBox="1">
            <a:spLocks noGrp="1"/>
          </p:cNvSpPr>
          <p:nvPr>
            <p:ph type="sldNum" idx="12"/>
          </p:nvPr>
        </p:nvSpPr>
        <p:spPr>
          <a:xfrm>
            <a:off x="0" y="1271588"/>
            <a:ext cx="5334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400" b="1" i="0" u="none" strike="noStrike" cap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400" b="1" i="0" u="none" strike="noStrike" cap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400" b="1" i="0" u="none" strike="noStrike" cap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400" b="1" i="0" u="none" strike="noStrike" cap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400" b="1" i="0" u="none" strike="noStrike" cap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400" b="1" i="0" u="none" strike="noStrike" cap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400" b="1" i="0" u="none" strike="noStrike" cap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400" b="1" i="0" u="none" strike="noStrike" cap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400" b="1" i="0" u="none" strike="noStrike" cap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" descr="Untitled-3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15125" y="714375"/>
            <a:ext cx="1989138" cy="185737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"/>
          <p:cNvSpPr txBox="1">
            <a:spLocks noGrp="1"/>
          </p:cNvSpPr>
          <p:nvPr>
            <p:ph type="ctrTitle"/>
          </p:nvPr>
        </p:nvSpPr>
        <p:spPr>
          <a:xfrm>
            <a:off x="2362200" y="4038600"/>
            <a:ext cx="6567488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800" dirty="0"/>
              <a:t>CURSO DE QGIS</a:t>
            </a:r>
            <a:br>
              <a:rPr lang="es-ES" dirty="0"/>
            </a:br>
            <a:r>
              <a:rPr lang="es-ES" dirty="0"/>
              <a:t>PROYECCIONES</a:t>
            </a:r>
            <a:endParaRPr dirty="0"/>
          </a:p>
        </p:txBody>
      </p:sp>
      <p:sp>
        <p:nvSpPr>
          <p:cNvPr id="124" name="Google Shape;124;p1"/>
          <p:cNvSpPr txBox="1">
            <a:spLocks noGrp="1"/>
          </p:cNvSpPr>
          <p:nvPr>
            <p:ph type="subTitle" idx="1"/>
          </p:nvPr>
        </p:nvSpPr>
        <p:spPr>
          <a:xfrm>
            <a:off x="2362200" y="6049963"/>
            <a:ext cx="6705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560"/>
              <a:buNone/>
            </a:pPr>
            <a:r>
              <a:rPr lang="es-ES" dirty="0"/>
              <a:t>Zaragoza, octubre 2024</a:t>
            </a:r>
            <a:endParaRPr dirty="0"/>
          </a:p>
        </p:txBody>
      </p:sp>
      <p:pic>
        <p:nvPicPr>
          <p:cNvPr id="3" name="Imagen 2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F31D3911-951C-8F02-D0B9-E848518A767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9681" b="23829"/>
          <a:stretch/>
        </p:blipFill>
        <p:spPr>
          <a:xfrm>
            <a:off x="152400" y="6122062"/>
            <a:ext cx="1866900" cy="61370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0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Sistemas de Representación Espacial (I)</a:t>
            </a:r>
            <a:endParaRPr/>
          </a:p>
        </p:txBody>
      </p:sp>
      <p:sp>
        <p:nvSpPr>
          <p:cNvPr id="298" name="Google Shape;298;p20"/>
          <p:cNvSpPr txBox="1">
            <a:spLocks noGrp="1"/>
          </p:cNvSpPr>
          <p:nvPr>
            <p:ph type="body" idx="1"/>
          </p:nvPr>
        </p:nvSpPr>
        <p:spPr>
          <a:xfrm>
            <a:off x="285750" y="1643063"/>
            <a:ext cx="4857750" cy="5000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514350" lvl="0" indent="-514350" algn="l" rtl="0">
              <a:spcBef>
                <a:spcPts val="0"/>
              </a:spcBef>
              <a:spcAft>
                <a:spcPts val="0"/>
              </a:spcAft>
              <a:buSzPct val="60000"/>
              <a:buFont typeface="Noto Sans Symbols"/>
              <a:buChar char="◻"/>
            </a:pPr>
            <a:r>
              <a:rPr lang="es-ES" sz="2000"/>
              <a:t>Definición de un sistema de referencia sobre una esfera:</a:t>
            </a:r>
            <a:endParaRPr/>
          </a:p>
          <a:p>
            <a:pPr marL="834389" lvl="1" indent="-514372" algn="l" rtl="0">
              <a:spcBef>
                <a:spcPts val="550"/>
              </a:spcBef>
              <a:spcAft>
                <a:spcPts val="0"/>
              </a:spcAft>
              <a:buSzPct val="70000"/>
              <a:buFont typeface="Noto Sans Symbols"/>
              <a:buChar char="🞑"/>
            </a:pPr>
            <a:r>
              <a:rPr lang="es-ES" sz="1700"/>
              <a:t>Plano horizontal: Ecuador.</a:t>
            </a:r>
            <a:endParaRPr/>
          </a:p>
          <a:p>
            <a:pPr marL="834389" lvl="1" indent="-514372" algn="l" rtl="0">
              <a:spcBef>
                <a:spcPts val="550"/>
              </a:spcBef>
              <a:spcAft>
                <a:spcPts val="0"/>
              </a:spcAft>
              <a:buSzPct val="70000"/>
              <a:buFont typeface="Noto Sans Symbols"/>
              <a:buChar char="🞑"/>
            </a:pPr>
            <a:r>
              <a:rPr lang="es-ES" sz="1700"/>
              <a:t>Plano vertical: Meridiano de Greenwich.</a:t>
            </a:r>
            <a:endParaRPr/>
          </a:p>
          <a:p>
            <a:pPr marL="834389" lvl="1" indent="-514372" algn="l" rtl="0">
              <a:spcBef>
                <a:spcPts val="550"/>
              </a:spcBef>
              <a:spcAft>
                <a:spcPts val="0"/>
              </a:spcAft>
              <a:buSzPct val="70000"/>
              <a:buFont typeface="Noto Sans Symbols"/>
              <a:buChar char="🞑"/>
            </a:pPr>
            <a:r>
              <a:rPr lang="es-ES" sz="1700"/>
              <a:t>Coordenadas geográficas (latitud y longitud)</a:t>
            </a:r>
            <a:endParaRPr/>
          </a:p>
          <a:p>
            <a:pPr marL="834389" lvl="1" indent="-514372" algn="l" rtl="0">
              <a:spcBef>
                <a:spcPts val="550"/>
              </a:spcBef>
              <a:spcAft>
                <a:spcPts val="0"/>
              </a:spcAft>
              <a:buSzPct val="70000"/>
              <a:buFont typeface="Noto Sans Symbols"/>
              <a:buChar char="🞑"/>
            </a:pPr>
            <a:r>
              <a:rPr lang="es-ES" sz="1700"/>
              <a:t>Medidas en ángulos (problemas para los software SIG).</a:t>
            </a:r>
            <a:endParaRPr/>
          </a:p>
          <a:p>
            <a:pPr marL="834389" lvl="1" indent="-514372" algn="l" rtl="0">
              <a:spcBef>
                <a:spcPts val="550"/>
              </a:spcBef>
              <a:spcAft>
                <a:spcPts val="0"/>
              </a:spcAft>
              <a:buSzPct val="70000"/>
              <a:buFont typeface="Noto Sans Symbols"/>
              <a:buChar char="🞑"/>
            </a:pPr>
            <a:r>
              <a:rPr lang="es-ES" sz="1700"/>
              <a:t>Válido para escalas pequeñas(1:1.000.000)</a:t>
            </a:r>
            <a:endParaRPr/>
          </a:p>
          <a:p>
            <a:pPr marL="514350" lvl="0" indent="-443865" algn="l" rtl="0">
              <a:spcBef>
                <a:spcPts val="700"/>
              </a:spcBef>
              <a:spcAft>
                <a:spcPts val="0"/>
              </a:spcAft>
              <a:buSzPct val="60000"/>
              <a:buFont typeface="Twentieth Century"/>
              <a:buNone/>
            </a:pPr>
            <a:endParaRPr sz="2000"/>
          </a:p>
          <a:p>
            <a:pPr marL="514350" lvl="0" indent="-514350" algn="l" rtl="0">
              <a:spcBef>
                <a:spcPts val="700"/>
              </a:spcBef>
              <a:spcAft>
                <a:spcPts val="0"/>
              </a:spcAft>
              <a:buSzPct val="60000"/>
              <a:buFont typeface="Noto Sans Symbols"/>
              <a:buChar char="◻"/>
            </a:pPr>
            <a:r>
              <a:rPr lang="es-ES" sz="2000"/>
              <a:t>El sistema anterior sería válido si la forma de la Tierra correspondiera a una esfera 	</a:t>
            </a:r>
            <a:endParaRPr/>
          </a:p>
          <a:p>
            <a:pPr marL="834389" lvl="1" indent="-514372" algn="l" rtl="0">
              <a:spcBef>
                <a:spcPts val="550"/>
              </a:spcBef>
              <a:spcAft>
                <a:spcPts val="0"/>
              </a:spcAft>
              <a:buSzPct val="70000"/>
              <a:buFont typeface="Noto Sans Symbols"/>
              <a:buChar char="🞑"/>
            </a:pPr>
            <a:r>
              <a:rPr lang="es-ES" sz="1700"/>
              <a:t>La superficie terrestre es irregular: Geoide</a:t>
            </a:r>
            <a:endParaRPr/>
          </a:p>
          <a:p>
            <a:pPr marL="834389" lvl="1" indent="-514372" algn="l" rtl="0">
              <a:spcBef>
                <a:spcPts val="550"/>
              </a:spcBef>
              <a:spcAft>
                <a:spcPts val="0"/>
              </a:spcAft>
              <a:buSzPct val="70000"/>
              <a:buFont typeface="Noto Sans Symbols"/>
              <a:buChar char="🞑"/>
            </a:pPr>
            <a:r>
              <a:rPr lang="es-ES" sz="1700"/>
              <a:t>Coordenadas astronómicas.</a:t>
            </a:r>
            <a:endParaRPr/>
          </a:p>
          <a:p>
            <a:pPr marL="834389" lvl="1" indent="-444474" algn="l" rtl="0">
              <a:spcBef>
                <a:spcPts val="550"/>
              </a:spcBef>
              <a:spcAft>
                <a:spcPts val="0"/>
              </a:spcAft>
              <a:buSzPct val="70000"/>
              <a:buFont typeface="Noto Sans Symbols"/>
              <a:buNone/>
            </a:pPr>
            <a:endParaRPr sz="1700"/>
          </a:p>
          <a:p>
            <a:pPr marL="834389" lvl="1" indent="-444474" algn="l" rtl="0">
              <a:spcBef>
                <a:spcPts val="550"/>
              </a:spcBef>
              <a:spcAft>
                <a:spcPts val="0"/>
              </a:spcAft>
              <a:buSzPct val="70000"/>
              <a:buFont typeface="Noto Sans Symbols"/>
              <a:buNone/>
            </a:pPr>
            <a:endParaRPr sz="1700"/>
          </a:p>
          <a:p>
            <a:pPr marL="514350" lvl="0" indent="-514350" algn="l" rtl="0">
              <a:spcBef>
                <a:spcPts val="700"/>
              </a:spcBef>
              <a:spcAft>
                <a:spcPts val="0"/>
              </a:spcAft>
              <a:buSzPct val="60000"/>
              <a:buFont typeface="Noto Sans Symbols"/>
              <a:buChar char="◻"/>
            </a:pPr>
            <a:r>
              <a:rPr lang="es-ES" sz="2000"/>
              <a:t>Necesario encontrar una figura geométrica regular: Elipsoide.</a:t>
            </a:r>
            <a:endParaRPr sz="2000" b="1"/>
          </a:p>
          <a:p>
            <a:pPr marL="834389" lvl="1" indent="-514372" algn="l" rtl="0">
              <a:spcBef>
                <a:spcPts val="550"/>
              </a:spcBef>
              <a:spcAft>
                <a:spcPts val="0"/>
              </a:spcAft>
              <a:buSzPct val="70000"/>
              <a:buFont typeface="Noto Sans Symbols"/>
              <a:buChar char="🞑"/>
            </a:pPr>
            <a:r>
              <a:rPr lang="es-ES" sz="1700"/>
              <a:t>Coordenadas geodésicas</a:t>
            </a:r>
            <a:endParaRPr/>
          </a:p>
          <a:p>
            <a:pPr marL="514350" lvl="0" indent="-450913" algn="l" rtl="0">
              <a:spcBef>
                <a:spcPts val="700"/>
              </a:spcBef>
              <a:spcAft>
                <a:spcPts val="0"/>
              </a:spcAft>
              <a:buSzPct val="60000"/>
              <a:buFont typeface="Twentieth Century"/>
              <a:buNone/>
            </a:pPr>
            <a:endParaRPr sz="1800" b="1"/>
          </a:p>
          <a:p>
            <a:pPr marL="514350" lvl="0" indent="-450913" algn="l" rtl="0">
              <a:spcBef>
                <a:spcPts val="700"/>
              </a:spcBef>
              <a:spcAft>
                <a:spcPts val="0"/>
              </a:spcAft>
              <a:buSzPct val="60000"/>
              <a:buFont typeface="Twentieth Century"/>
              <a:buNone/>
            </a:pPr>
            <a:endParaRPr sz="1800" b="1"/>
          </a:p>
          <a:p>
            <a:pPr marL="514350" lvl="0" indent="-450913" algn="l" rtl="0">
              <a:spcBef>
                <a:spcPts val="700"/>
              </a:spcBef>
              <a:spcAft>
                <a:spcPts val="0"/>
              </a:spcAft>
              <a:buSzPct val="60000"/>
              <a:buFont typeface="Twentieth Century"/>
              <a:buNone/>
            </a:pPr>
            <a:endParaRPr sz="1800" b="1"/>
          </a:p>
          <a:p>
            <a:pPr marL="514350" lvl="0" indent="-450913" algn="l" rtl="0">
              <a:spcBef>
                <a:spcPts val="700"/>
              </a:spcBef>
              <a:spcAft>
                <a:spcPts val="0"/>
              </a:spcAft>
              <a:buSzPct val="60000"/>
              <a:buFont typeface="Twentieth Century"/>
              <a:buNone/>
            </a:pPr>
            <a:endParaRPr sz="1800" b="1"/>
          </a:p>
          <a:p>
            <a:pPr marL="514350" lvl="0" indent="-450913" algn="l" rtl="0">
              <a:spcBef>
                <a:spcPts val="700"/>
              </a:spcBef>
              <a:spcAft>
                <a:spcPts val="0"/>
              </a:spcAft>
              <a:buSzPct val="60000"/>
              <a:buFont typeface="Twentieth Century"/>
              <a:buNone/>
            </a:pPr>
            <a:endParaRPr sz="1800" b="1"/>
          </a:p>
        </p:txBody>
      </p:sp>
      <p:pic>
        <p:nvPicPr>
          <p:cNvPr id="300" name="Google Shape;300;p20" descr="tiera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14938" y="1643063"/>
            <a:ext cx="1785937" cy="163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20" descr="meridianos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72313" y="1714500"/>
            <a:ext cx="1900237" cy="14620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20" descr="http://airy.ual.es/www/eigen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15063" y="3214688"/>
            <a:ext cx="1785937" cy="17859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20" descr="Untitled-10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964238" y="4929188"/>
            <a:ext cx="2251075" cy="1857375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0"/>
          <p:cNvSpPr/>
          <p:nvPr/>
        </p:nvSpPr>
        <p:spPr>
          <a:xfrm>
            <a:off x="5715000" y="4286250"/>
            <a:ext cx="428625" cy="1071563"/>
          </a:xfrm>
          <a:prstGeom prst="curvedRight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accent2"/>
          </a:solidFill>
          <a:ln w="19050" cap="flat" cmpd="sng">
            <a:solidFill>
              <a:srgbClr val="74869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1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/>
              <a:t>Sistemas de Representación Espacial (II)</a:t>
            </a:r>
            <a:endParaRPr/>
          </a:p>
        </p:txBody>
      </p:sp>
      <p:sp>
        <p:nvSpPr>
          <p:cNvPr id="311" name="Google Shape;311;p21"/>
          <p:cNvSpPr txBox="1">
            <a:spLocks noGrp="1"/>
          </p:cNvSpPr>
          <p:nvPr>
            <p:ph type="body" idx="1"/>
          </p:nvPr>
        </p:nvSpPr>
        <p:spPr>
          <a:xfrm>
            <a:off x="214313" y="1643063"/>
            <a:ext cx="4929187" cy="5000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514350" lvl="0" indent="-514350" algn="l" rtl="0">
              <a:spcBef>
                <a:spcPts val="0"/>
              </a:spcBef>
              <a:spcAft>
                <a:spcPts val="0"/>
              </a:spcAft>
              <a:buSzPct val="59999"/>
              <a:buFont typeface="Noto Sans Symbols"/>
              <a:buChar char="◻"/>
            </a:pPr>
            <a:r>
              <a:rPr lang="es-ES" sz="2400"/>
              <a:t>Relación Geoide-Elipsoide</a:t>
            </a:r>
            <a:endParaRPr/>
          </a:p>
          <a:p>
            <a:pPr marL="834389" lvl="1" indent="-514349" algn="l" rtl="0">
              <a:spcBef>
                <a:spcPts val="550"/>
              </a:spcBef>
              <a:spcAft>
                <a:spcPts val="0"/>
              </a:spcAft>
              <a:buSzPct val="70000"/>
              <a:buFont typeface="Noto Sans Symbols"/>
              <a:buChar char="🞑"/>
            </a:pPr>
            <a:r>
              <a:rPr lang="es-ES" sz="1800"/>
              <a:t>Para asignar coordenadas geográficas a los diferentes puntos de la superficie es necesario hacer coincidir en un punto al Elipsoide y al Geoide: Punto Fundamental </a:t>
            </a:r>
            <a:endParaRPr/>
          </a:p>
          <a:p>
            <a:pPr marL="834389" lvl="1" indent="-514349" algn="l" rtl="0">
              <a:spcBef>
                <a:spcPts val="550"/>
              </a:spcBef>
              <a:spcAft>
                <a:spcPts val="0"/>
              </a:spcAft>
              <a:buSzPct val="70000"/>
              <a:buFont typeface="Noto Sans Symbols"/>
              <a:buChar char="🞑"/>
            </a:pPr>
            <a:r>
              <a:rPr lang="es-ES" sz="1800"/>
              <a:t>“Datum”</a:t>
            </a:r>
            <a:endParaRPr/>
          </a:p>
          <a:p>
            <a:pPr marL="1108710" lvl="2" indent="-514350" algn="l" rtl="0">
              <a:spcBef>
                <a:spcPts val="500"/>
              </a:spcBef>
              <a:spcAft>
                <a:spcPts val="0"/>
              </a:spcAft>
              <a:buSzPct val="75000"/>
              <a:buFont typeface="Noto Sans Symbols"/>
              <a:buChar char="■"/>
            </a:pPr>
            <a:r>
              <a:rPr lang="es-ES" sz="1600"/>
              <a:t>En EEUU: WGS84 (por defecto en muchos GPS)</a:t>
            </a:r>
            <a:endParaRPr/>
          </a:p>
          <a:p>
            <a:pPr marL="514350" lvl="0" indent="-443483" algn="l" rtl="0">
              <a:spcBef>
                <a:spcPts val="700"/>
              </a:spcBef>
              <a:spcAft>
                <a:spcPts val="0"/>
              </a:spcAft>
              <a:buSzPct val="59999"/>
              <a:buFont typeface="Twentieth Century"/>
              <a:buNone/>
            </a:pPr>
            <a:endParaRPr sz="2400"/>
          </a:p>
          <a:p>
            <a:pPr marL="514350" lvl="0" indent="-514350" algn="l" rtl="0">
              <a:spcBef>
                <a:spcPts val="700"/>
              </a:spcBef>
              <a:spcAft>
                <a:spcPts val="0"/>
              </a:spcAft>
              <a:buSzPct val="59999"/>
              <a:buNone/>
            </a:pPr>
            <a:r>
              <a:rPr lang="es-ES" sz="2400"/>
              <a:t>Datum en Península Ibérica</a:t>
            </a:r>
            <a:endParaRPr/>
          </a:p>
          <a:p>
            <a:pPr marL="514350" lvl="1" indent="-514350" algn="l" rtl="0"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ct val="59999"/>
              <a:buFont typeface="Noto Sans Symbols"/>
              <a:buChar char="◻"/>
            </a:pPr>
            <a:r>
              <a:rPr lang="es-ES" sz="2400"/>
              <a:t>Hasta 2007 Datum Europeo de 1950 (ED50)</a:t>
            </a:r>
            <a:endParaRPr/>
          </a:p>
          <a:p>
            <a:pPr marL="834389" lvl="1" indent="-514372" algn="l" rtl="0">
              <a:spcBef>
                <a:spcPts val="550"/>
              </a:spcBef>
              <a:spcAft>
                <a:spcPts val="0"/>
              </a:spcAft>
              <a:buSzPct val="70000"/>
              <a:buFont typeface="Noto Sans Symbols"/>
              <a:buChar char="🞑"/>
            </a:pPr>
            <a:r>
              <a:rPr lang="es-ES" sz="2300"/>
              <a:t>Medido en la torre Helmert de Postdam (Alemania), Elipsoide de referencia Hayford</a:t>
            </a:r>
            <a:endParaRPr sz="2300"/>
          </a:p>
          <a:p>
            <a:pPr marL="834389" lvl="1" indent="-452342" algn="l" rtl="0">
              <a:spcBef>
                <a:spcPts val="550"/>
              </a:spcBef>
              <a:spcAft>
                <a:spcPts val="0"/>
              </a:spcAft>
              <a:buSzPct val="70000"/>
              <a:buFont typeface="Noto Sans Symbols"/>
              <a:buNone/>
            </a:pPr>
            <a:endParaRPr sz="1800"/>
          </a:p>
          <a:p>
            <a:pPr marL="320040" lvl="0" indent="-320040" algn="l" rtl="0">
              <a:spcBef>
                <a:spcPts val="700"/>
              </a:spcBef>
              <a:spcAft>
                <a:spcPts val="0"/>
              </a:spcAft>
              <a:buSzPct val="59999"/>
              <a:buFont typeface="Noto Sans Symbols"/>
              <a:buChar char="◻"/>
            </a:pPr>
            <a:r>
              <a:rPr lang="es-ES" sz="2400"/>
              <a:t>Desde 2007 se adopta el sistema ETRS89 (European Terrestrial Reference System 1989), que tiene asociado el elipsoide de referencia GRS80. </a:t>
            </a:r>
            <a:endParaRPr/>
          </a:p>
          <a:p>
            <a:pPr marL="514350" lvl="0" indent="-461200" algn="l" rtl="0">
              <a:spcBef>
                <a:spcPts val="700"/>
              </a:spcBef>
              <a:spcAft>
                <a:spcPts val="0"/>
              </a:spcAft>
              <a:buSzPct val="60000"/>
              <a:buFont typeface="Twentieth Century"/>
              <a:buNone/>
            </a:pPr>
            <a:endParaRPr sz="1800" b="1"/>
          </a:p>
          <a:p>
            <a:pPr marL="514350" lvl="0" indent="-461200" algn="l" rtl="0">
              <a:spcBef>
                <a:spcPts val="700"/>
              </a:spcBef>
              <a:spcAft>
                <a:spcPts val="0"/>
              </a:spcAft>
              <a:buSzPct val="60000"/>
              <a:buFont typeface="Twentieth Century"/>
              <a:buNone/>
            </a:pPr>
            <a:endParaRPr sz="1800" b="1"/>
          </a:p>
          <a:p>
            <a:pPr marL="514350" lvl="0" indent="-461200" algn="l" rtl="0">
              <a:spcBef>
                <a:spcPts val="700"/>
              </a:spcBef>
              <a:spcAft>
                <a:spcPts val="0"/>
              </a:spcAft>
              <a:buSzPct val="60000"/>
              <a:buFont typeface="Twentieth Century"/>
              <a:buNone/>
            </a:pPr>
            <a:endParaRPr sz="1800" b="1"/>
          </a:p>
          <a:p>
            <a:pPr marL="514350" lvl="0" indent="-461200" algn="l" rtl="0">
              <a:spcBef>
                <a:spcPts val="700"/>
              </a:spcBef>
              <a:spcAft>
                <a:spcPts val="0"/>
              </a:spcAft>
              <a:buSzPct val="60000"/>
              <a:buFont typeface="Twentieth Century"/>
              <a:buNone/>
            </a:pPr>
            <a:endParaRPr sz="1800" b="1"/>
          </a:p>
          <a:p>
            <a:pPr marL="514350" lvl="0" indent="-461200" algn="l" rtl="0">
              <a:spcBef>
                <a:spcPts val="700"/>
              </a:spcBef>
              <a:spcAft>
                <a:spcPts val="0"/>
              </a:spcAft>
              <a:buSzPct val="60000"/>
              <a:buFont typeface="Twentieth Century"/>
              <a:buNone/>
            </a:pPr>
            <a:endParaRPr sz="1800" b="1"/>
          </a:p>
        </p:txBody>
      </p:sp>
      <p:pic>
        <p:nvPicPr>
          <p:cNvPr id="313" name="Google Shape;313;p21" descr="GEOIDE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86375" y="1928813"/>
            <a:ext cx="3571875" cy="185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2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/>
              <a:t>Sistemas de Representación Espacial (III)</a:t>
            </a:r>
            <a:endParaRPr/>
          </a:p>
        </p:txBody>
      </p:sp>
      <p:pic>
        <p:nvPicPr>
          <p:cNvPr id="319" name="Google Shape;319;p22" descr="datums.jpg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547813" y="1639888"/>
            <a:ext cx="6408737" cy="4926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3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/>
              <a:t>Sistemas de Representación Espacial (VI)</a:t>
            </a:r>
            <a:endParaRPr/>
          </a:p>
        </p:txBody>
      </p:sp>
      <p:sp>
        <p:nvSpPr>
          <p:cNvPr id="327" name="Google Shape;327;p23"/>
          <p:cNvSpPr txBox="1">
            <a:spLocks noGrp="1"/>
          </p:cNvSpPr>
          <p:nvPr>
            <p:ph type="body" idx="1"/>
          </p:nvPr>
        </p:nvSpPr>
        <p:spPr>
          <a:xfrm>
            <a:off x="214313" y="1643063"/>
            <a:ext cx="4929187" cy="5000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spcBef>
                <a:spcPts val="0"/>
              </a:spcBef>
              <a:spcAft>
                <a:spcPts val="0"/>
              </a:spcAft>
              <a:buSzPts val="1440"/>
              <a:buChar char="◻"/>
            </a:pPr>
            <a:r>
              <a:rPr lang="es-ES" sz="2400"/>
              <a:t>Los sistemas de coordenadas terrestres están referidos a figuras en 3D (esfera, geoide o elipsoide)</a:t>
            </a:r>
            <a:endParaRPr/>
          </a:p>
          <a:p>
            <a:pPr marL="514350" lvl="0" indent="-514350" algn="l" rtl="0">
              <a:spcBef>
                <a:spcPts val="700"/>
              </a:spcBef>
              <a:spcAft>
                <a:spcPts val="0"/>
              </a:spcAft>
              <a:buSzPts val="1440"/>
              <a:buChar char="◻"/>
            </a:pPr>
            <a:r>
              <a:rPr lang="es-ES" sz="2400"/>
              <a:t>Si se proyecta un sistema esférico sobre un plano se producen distorsiones.</a:t>
            </a:r>
            <a:endParaRPr/>
          </a:p>
          <a:p>
            <a:pPr marL="833438" lvl="1" indent="-514349" algn="l" rtl="0">
              <a:spcBef>
                <a:spcPts val="550"/>
              </a:spcBef>
              <a:spcAft>
                <a:spcPts val="0"/>
              </a:spcAft>
              <a:buSzPts val="1260"/>
              <a:buChar char="🞑"/>
            </a:pPr>
            <a:r>
              <a:rPr lang="es-ES" sz="1800"/>
              <a:t>Sólo se puede conservar una magnitud</a:t>
            </a:r>
            <a:endParaRPr/>
          </a:p>
          <a:p>
            <a:pPr marL="1108075" lvl="2" indent="-514350" algn="l" rtl="0">
              <a:spcBef>
                <a:spcPts val="500"/>
              </a:spcBef>
              <a:spcAft>
                <a:spcPts val="0"/>
              </a:spcAft>
              <a:buSzPts val="1125"/>
              <a:buChar char="■"/>
            </a:pPr>
            <a:r>
              <a:rPr lang="es-ES" sz="1500"/>
              <a:t>Ángulos: proyecciones conformes</a:t>
            </a:r>
            <a:endParaRPr/>
          </a:p>
          <a:p>
            <a:pPr marL="1108075" lvl="2" indent="-514350" algn="l" rtl="0">
              <a:spcBef>
                <a:spcPts val="500"/>
              </a:spcBef>
              <a:spcAft>
                <a:spcPts val="0"/>
              </a:spcAft>
              <a:buSzPts val="1125"/>
              <a:buChar char="■"/>
            </a:pPr>
            <a:r>
              <a:rPr lang="es-ES" sz="1500"/>
              <a:t>Superficies: proyecciones equivalentes</a:t>
            </a:r>
            <a:endParaRPr/>
          </a:p>
          <a:p>
            <a:pPr marL="1108075" lvl="2" indent="-514350" algn="l" rtl="0">
              <a:spcBef>
                <a:spcPts val="500"/>
              </a:spcBef>
              <a:spcAft>
                <a:spcPts val="0"/>
              </a:spcAft>
              <a:buSzPts val="1125"/>
              <a:buChar char="■"/>
            </a:pPr>
            <a:r>
              <a:rPr lang="es-ES" sz="1500"/>
              <a:t>Longitud: proyecciones equidistantes</a:t>
            </a:r>
            <a:endParaRPr/>
          </a:p>
          <a:p>
            <a:pPr marL="833438" lvl="1" indent="-434339" algn="l" rtl="0">
              <a:spcBef>
                <a:spcPts val="550"/>
              </a:spcBef>
              <a:spcAft>
                <a:spcPts val="0"/>
              </a:spcAft>
              <a:buSzPts val="1260"/>
              <a:buNone/>
            </a:pPr>
            <a:endParaRPr sz="1800"/>
          </a:p>
          <a:p>
            <a:pPr marL="514350" lvl="0" indent="-514350" algn="l" rtl="0">
              <a:spcBef>
                <a:spcPts val="700"/>
              </a:spcBef>
              <a:spcAft>
                <a:spcPts val="0"/>
              </a:spcAft>
              <a:buSzPts val="1440"/>
              <a:buChar char="◻"/>
            </a:pPr>
            <a:r>
              <a:rPr lang="es-ES" sz="2400"/>
              <a:t>Proyección Universal Transversa Mercator (UTM)</a:t>
            </a:r>
            <a:endParaRPr sz="2400" b="1"/>
          </a:p>
          <a:p>
            <a:pPr marL="833438" lvl="1" indent="-443229" algn="l" rtl="0">
              <a:spcBef>
                <a:spcPts val="550"/>
              </a:spcBef>
              <a:spcAft>
                <a:spcPts val="0"/>
              </a:spcAft>
              <a:buSzPts val="1120"/>
              <a:buNone/>
            </a:pPr>
            <a:endParaRPr sz="1600"/>
          </a:p>
          <a:p>
            <a:pPr marL="514350" lvl="0" indent="-445769" algn="l" rtl="0">
              <a:spcBef>
                <a:spcPts val="700"/>
              </a:spcBef>
              <a:spcAft>
                <a:spcPts val="0"/>
              </a:spcAft>
              <a:buSzPts val="1080"/>
              <a:buFont typeface="Twentieth Century"/>
              <a:buNone/>
            </a:pPr>
            <a:endParaRPr sz="1800" b="1"/>
          </a:p>
          <a:p>
            <a:pPr marL="514350" lvl="0" indent="-445769" algn="l" rtl="0">
              <a:spcBef>
                <a:spcPts val="700"/>
              </a:spcBef>
              <a:spcAft>
                <a:spcPts val="0"/>
              </a:spcAft>
              <a:buSzPts val="1080"/>
              <a:buFont typeface="Twentieth Century"/>
              <a:buNone/>
            </a:pPr>
            <a:endParaRPr sz="1800" b="1"/>
          </a:p>
          <a:p>
            <a:pPr marL="514350" lvl="0" indent="-445769" algn="l" rtl="0">
              <a:spcBef>
                <a:spcPts val="700"/>
              </a:spcBef>
              <a:spcAft>
                <a:spcPts val="0"/>
              </a:spcAft>
              <a:buSzPts val="1080"/>
              <a:buFont typeface="Twentieth Century"/>
              <a:buNone/>
            </a:pPr>
            <a:endParaRPr sz="1800" b="1"/>
          </a:p>
          <a:p>
            <a:pPr marL="514350" lvl="0" indent="-445769" algn="l" rtl="0">
              <a:spcBef>
                <a:spcPts val="700"/>
              </a:spcBef>
              <a:spcAft>
                <a:spcPts val="0"/>
              </a:spcAft>
              <a:buSzPts val="1080"/>
              <a:buFont typeface="Twentieth Century"/>
              <a:buNone/>
            </a:pPr>
            <a:endParaRPr sz="1800" b="1"/>
          </a:p>
          <a:p>
            <a:pPr marL="514350" lvl="0" indent="-445769" algn="l" rtl="0">
              <a:spcBef>
                <a:spcPts val="700"/>
              </a:spcBef>
              <a:spcAft>
                <a:spcPts val="0"/>
              </a:spcAft>
              <a:buSzPts val="1080"/>
              <a:buFont typeface="Twentieth Century"/>
              <a:buNone/>
            </a:pPr>
            <a:endParaRPr sz="1800" b="1"/>
          </a:p>
        </p:txBody>
      </p:sp>
      <p:pic>
        <p:nvPicPr>
          <p:cNvPr id="329" name="Google Shape;329;p23" descr="proyeccione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57813" y="2000250"/>
            <a:ext cx="3357562" cy="40719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4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/>
              <a:t>Sistemas de Representación Espacial (V)</a:t>
            </a:r>
            <a:endParaRPr/>
          </a:p>
        </p:txBody>
      </p:sp>
      <p:sp>
        <p:nvSpPr>
          <p:cNvPr id="336" name="Google Shape;336;p24"/>
          <p:cNvSpPr txBox="1">
            <a:spLocks noGrp="1"/>
          </p:cNvSpPr>
          <p:nvPr>
            <p:ph type="body" idx="1"/>
          </p:nvPr>
        </p:nvSpPr>
        <p:spPr>
          <a:xfrm>
            <a:off x="214313" y="1643063"/>
            <a:ext cx="4929187" cy="5000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spcBef>
                <a:spcPts val="0"/>
              </a:spcBef>
              <a:spcAft>
                <a:spcPts val="0"/>
              </a:spcAft>
              <a:buSzPts val="1440"/>
              <a:buChar char="◻"/>
            </a:pPr>
            <a:r>
              <a:rPr lang="es-ES" sz="2400"/>
              <a:t>Sistema UTM</a:t>
            </a:r>
            <a:endParaRPr/>
          </a:p>
          <a:p>
            <a:pPr marL="833438" lvl="1" indent="-514350" algn="l" rtl="0">
              <a:spcBef>
                <a:spcPts val="550"/>
              </a:spcBef>
              <a:spcAft>
                <a:spcPts val="0"/>
              </a:spcAft>
              <a:buSzPts val="1470"/>
              <a:buChar char="🞑"/>
            </a:pPr>
            <a:r>
              <a:rPr lang="es-ES" sz="2100"/>
              <a:t>Introduce el globo en un cilindro transverso.</a:t>
            </a:r>
            <a:endParaRPr/>
          </a:p>
          <a:p>
            <a:pPr marL="833438" lvl="1" indent="-514350" algn="l" rtl="0">
              <a:spcBef>
                <a:spcPts val="550"/>
              </a:spcBef>
              <a:spcAft>
                <a:spcPts val="0"/>
              </a:spcAft>
              <a:buSzPts val="1470"/>
              <a:buChar char="🞑"/>
            </a:pPr>
            <a:r>
              <a:rPr lang="es-ES" sz="2100"/>
              <a:t>Proyecta 6º sobre un meridiano, abarcando por tanto cada proyección un huso de 6 grados de longitud.</a:t>
            </a:r>
            <a:endParaRPr/>
          </a:p>
          <a:p>
            <a:pPr marL="514350" lvl="0" indent="-514350" algn="l" rtl="0">
              <a:spcBef>
                <a:spcPts val="700"/>
              </a:spcBef>
              <a:spcAft>
                <a:spcPts val="0"/>
              </a:spcAft>
              <a:buSzPts val="1440"/>
              <a:buChar char="◻"/>
            </a:pPr>
            <a:r>
              <a:rPr lang="es-ES" sz="2400"/>
              <a:t>Aragón entre huso 30 y 31.</a:t>
            </a:r>
            <a:endParaRPr/>
          </a:p>
          <a:p>
            <a:pPr marL="833438" lvl="1" indent="-443229" algn="l" rtl="0">
              <a:spcBef>
                <a:spcPts val="550"/>
              </a:spcBef>
              <a:spcAft>
                <a:spcPts val="0"/>
              </a:spcAft>
              <a:buSzPts val="1120"/>
              <a:buNone/>
            </a:pPr>
            <a:endParaRPr sz="1600"/>
          </a:p>
          <a:p>
            <a:pPr marL="514350" lvl="0" indent="-445769" algn="l" rtl="0">
              <a:spcBef>
                <a:spcPts val="700"/>
              </a:spcBef>
              <a:spcAft>
                <a:spcPts val="0"/>
              </a:spcAft>
              <a:buSzPts val="1080"/>
              <a:buFont typeface="Twentieth Century"/>
              <a:buNone/>
            </a:pPr>
            <a:endParaRPr sz="1800" b="1"/>
          </a:p>
          <a:p>
            <a:pPr marL="514350" lvl="0" indent="-445769" algn="l" rtl="0">
              <a:spcBef>
                <a:spcPts val="700"/>
              </a:spcBef>
              <a:spcAft>
                <a:spcPts val="0"/>
              </a:spcAft>
              <a:buSzPts val="1080"/>
              <a:buFont typeface="Twentieth Century"/>
              <a:buNone/>
            </a:pPr>
            <a:endParaRPr sz="1800" b="1"/>
          </a:p>
          <a:p>
            <a:pPr marL="514350" lvl="0" indent="-445769" algn="l" rtl="0">
              <a:spcBef>
                <a:spcPts val="700"/>
              </a:spcBef>
              <a:spcAft>
                <a:spcPts val="0"/>
              </a:spcAft>
              <a:buSzPts val="1080"/>
              <a:buFont typeface="Twentieth Century"/>
              <a:buNone/>
            </a:pPr>
            <a:endParaRPr sz="1800" b="1"/>
          </a:p>
          <a:p>
            <a:pPr marL="514350" lvl="0" indent="-445769" algn="l" rtl="0">
              <a:spcBef>
                <a:spcPts val="700"/>
              </a:spcBef>
              <a:spcAft>
                <a:spcPts val="0"/>
              </a:spcAft>
              <a:buSzPts val="1080"/>
              <a:buFont typeface="Twentieth Century"/>
              <a:buNone/>
            </a:pPr>
            <a:endParaRPr sz="1800" b="1"/>
          </a:p>
          <a:p>
            <a:pPr marL="514350" lvl="0" indent="-445769" algn="l" rtl="0">
              <a:spcBef>
                <a:spcPts val="700"/>
              </a:spcBef>
              <a:spcAft>
                <a:spcPts val="0"/>
              </a:spcAft>
              <a:buSzPts val="1080"/>
              <a:buFont typeface="Twentieth Century"/>
              <a:buNone/>
            </a:pPr>
            <a:endParaRPr sz="1800" b="1"/>
          </a:p>
        </p:txBody>
      </p:sp>
      <p:pic>
        <p:nvPicPr>
          <p:cNvPr id="338" name="Google Shape;338;p24" descr="HUSO30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6500" y="4572000"/>
            <a:ext cx="2286000" cy="2179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24" descr="http://siun.navarra.es/imgs/utm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929438" y="1571625"/>
            <a:ext cx="1751012" cy="157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24" descr="http://www.elgps.com/documentos/utm/utmzones.gif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43000" y="4643438"/>
            <a:ext cx="3643313" cy="2074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24" descr="http://www.um.es/geograf/sigmur/temariohtml/hkdatm_1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15063" y="3006725"/>
            <a:ext cx="2857500" cy="14938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5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Sistemas de referencia (EPSG)</a:t>
            </a:r>
            <a:endParaRPr/>
          </a:p>
        </p:txBody>
      </p:sp>
      <p:sp>
        <p:nvSpPr>
          <p:cNvPr id="347" name="Google Shape;347;p25"/>
          <p:cNvSpPr txBox="1"/>
          <p:nvPr/>
        </p:nvSpPr>
        <p:spPr>
          <a:xfrm>
            <a:off x="609600" y="2428875"/>
            <a:ext cx="3962400" cy="428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19088" marR="0" lvl="0" indent="-208598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40"/>
              <a:buFont typeface="Noto Sans Symbols"/>
              <a:buNone/>
            </a:pPr>
            <a:endParaRPr sz="29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48" name="Google Shape;348;p25"/>
          <p:cNvSpPr txBox="1">
            <a:spLocks noGrp="1"/>
          </p:cNvSpPr>
          <p:nvPr>
            <p:ph type="body" idx="2"/>
          </p:nvPr>
        </p:nvSpPr>
        <p:spPr>
          <a:xfrm>
            <a:off x="571500" y="1714500"/>
            <a:ext cx="8248972" cy="4954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20040" lvl="0" indent="-320040" algn="l" rtl="0"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◻"/>
            </a:pPr>
            <a:r>
              <a:rPr lang="es-ES" sz="2400"/>
              <a:t>Un </a:t>
            </a:r>
            <a:r>
              <a:rPr lang="es-ES" sz="2400" b="1"/>
              <a:t>sistema de referencia geodésico</a:t>
            </a:r>
            <a:endParaRPr/>
          </a:p>
          <a:p>
            <a:pPr marL="640715" lvl="1" indent="-320040" algn="l" rtl="0">
              <a:spcBef>
                <a:spcPts val="550"/>
              </a:spcBef>
              <a:spcAft>
                <a:spcPts val="0"/>
              </a:spcAft>
              <a:buSzPts val="1680"/>
              <a:buFont typeface="Noto Sans Symbols"/>
              <a:buChar char="◻"/>
            </a:pPr>
            <a:r>
              <a:rPr lang="es-ES" sz="2400"/>
              <a:t>modelo necesario para la descripción cuantitativa de posiciones y movimientos de cuerpos sobre la Tierra. </a:t>
            </a:r>
            <a:endParaRPr/>
          </a:p>
          <a:p>
            <a:pPr marL="640715" lvl="1" indent="-320040" algn="l" rtl="0">
              <a:spcBef>
                <a:spcPts val="550"/>
              </a:spcBef>
              <a:spcAft>
                <a:spcPts val="0"/>
              </a:spcAft>
              <a:buSzPts val="1680"/>
              <a:buFont typeface="Noto Sans Symbols"/>
              <a:buChar char="◻"/>
            </a:pPr>
            <a:r>
              <a:rPr lang="es-ES" sz="2400"/>
              <a:t>combinación de lo visto anteriormente: define un elipsoide y un datum con su sistema de proyección. </a:t>
            </a:r>
            <a:endParaRPr/>
          </a:p>
          <a:p>
            <a:pPr marL="320040" lvl="0" indent="-320040" algn="l" rtl="0"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Char char="◻"/>
            </a:pPr>
            <a:r>
              <a:rPr lang="es-ES" sz="2400"/>
              <a:t>El </a:t>
            </a:r>
            <a:r>
              <a:rPr lang="es-ES" sz="2400" b="1"/>
              <a:t>European Petroleum Survey Group </a:t>
            </a:r>
            <a:r>
              <a:rPr lang="es-ES" sz="2400"/>
              <a:t>(EPSG), define un gran conjunto de sistemas de referencia, cada uno de ellos con un código que lo identifica: </a:t>
            </a:r>
            <a:endParaRPr/>
          </a:p>
          <a:p>
            <a:pPr marL="640715" lvl="1" indent="-320040" algn="l" rtl="0">
              <a:spcBef>
                <a:spcPts val="550"/>
              </a:spcBef>
              <a:spcAft>
                <a:spcPts val="0"/>
              </a:spcAft>
              <a:buSzPts val="1470"/>
              <a:buFont typeface="Noto Sans Symbols"/>
              <a:buChar char="◻"/>
            </a:pPr>
            <a:r>
              <a:rPr lang="es-ES" sz="2100"/>
              <a:t>http://spatialreference.org/ref/epsg/</a:t>
            </a:r>
            <a:endParaRPr/>
          </a:p>
          <a:p>
            <a:pPr marL="640715" lvl="1" indent="-320040" algn="l" rtl="0">
              <a:spcBef>
                <a:spcPts val="550"/>
              </a:spcBef>
              <a:spcAft>
                <a:spcPts val="0"/>
              </a:spcAft>
              <a:buSzPts val="1470"/>
              <a:buFont typeface="Noto Sans Symbols"/>
              <a:buChar char="◻"/>
            </a:pPr>
            <a:r>
              <a:rPr lang="es-ES" sz="2100"/>
              <a:t>25830 y 25831 / 3042 y 3043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termedio">
  <a:themeElements>
    <a:clrScheme name="Origen">
      <a:dk1>
        <a:srgbClr val="000000"/>
      </a:dk1>
      <a:lt1>
        <a:srgbClr val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Intermedio">
  <a:themeElements>
    <a:clrScheme name="Origen">
      <a:dk1>
        <a:srgbClr val="000000"/>
      </a:dk1>
      <a:lt1>
        <a:srgbClr val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405</Words>
  <Application>Microsoft Office PowerPoint</Application>
  <PresentationFormat>Presentación en pantalla (4:3)</PresentationFormat>
  <Paragraphs>68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7</vt:i4>
      </vt:variant>
    </vt:vector>
  </HeadingPairs>
  <TitlesOfParts>
    <vt:vector size="13" baseType="lpstr">
      <vt:lpstr>Arial</vt:lpstr>
      <vt:lpstr>Calibri</vt:lpstr>
      <vt:lpstr>Noto Sans Symbols</vt:lpstr>
      <vt:lpstr>Twentieth Century</vt:lpstr>
      <vt:lpstr>Intermedio</vt:lpstr>
      <vt:lpstr>Intermedio</vt:lpstr>
      <vt:lpstr>CURSO DE QGIS PROYECCIONES</vt:lpstr>
      <vt:lpstr>Sistemas de Representación Espacial (I)</vt:lpstr>
      <vt:lpstr>Sistemas de Representación Espacial (II)</vt:lpstr>
      <vt:lpstr>Sistemas de Representación Espacial (III)</vt:lpstr>
      <vt:lpstr>Sistemas de Representación Espacial (VI)</vt:lpstr>
      <vt:lpstr>Sistemas de Representación Espacial (V)</vt:lpstr>
      <vt:lpstr>Sistemas de referencia (EPSG)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daniel de leiva</dc:creator>
  <cp:lastModifiedBy>Daniel de Leiva</cp:lastModifiedBy>
  <cp:revision>3</cp:revision>
  <dcterms:created xsi:type="dcterms:W3CDTF">2012-11-13T11:39:15Z</dcterms:created>
  <dcterms:modified xsi:type="dcterms:W3CDTF">2024-10-13T20:08:11Z</dcterms:modified>
</cp:coreProperties>
</file>